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4" r:id="rId5"/>
    <p:sldId id="265" r:id="rId6"/>
    <p:sldId id="258" r:id="rId7"/>
    <p:sldId id="260" r:id="rId8"/>
    <p:sldId id="266" r:id="rId9"/>
    <p:sldId id="261" r:id="rId10"/>
    <p:sldId id="262" r:id="rId11"/>
    <p:sldId id="26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82"/>
  </p:normalViewPr>
  <p:slideViewPr>
    <p:cSldViewPr snapToGrid="0">
      <p:cViewPr>
        <p:scale>
          <a:sx n="82" d="100"/>
          <a:sy n="82" d="100"/>
        </p:scale>
        <p:origin x="496" y="9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93D3C-9E34-30F2-7F70-780A7FAA3A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412E53-E45A-6C18-1C1D-1B480BA959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CF9A6-19AE-AC29-DF23-CEF59D096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CFAD8-3486-B8EB-006A-2767C551B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70038-ADF5-3537-FAC2-A283143BE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6247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1DFD2-4E3C-B07B-6020-5B1B582E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73DB7-88D9-3B4A-E44D-5330228377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955CDB-2BDF-074F-1A7B-6A9DE12C2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54B86-9D1A-03C2-261E-CBE54C434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01A5D-A7D5-98EB-3B39-CB0634A02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7848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5CB67-AFC4-E2B9-8D71-62933A193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2632C2-1C5D-A5D3-7FBD-F34D60C1EB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B6696-BCBB-19B6-E601-27EC285DF8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CE83A-9F94-1265-2984-671917BAC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5A77F8-21DB-FC86-B484-8F7663318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880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7D9BA-751E-30D5-27C8-7A2CB7549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6091A-04E2-A51E-7A6C-8D0E9738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00AFD-FD71-0C97-2F5F-6FF18310A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E6E693-198F-FB85-D01B-8B14B8A09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E9E5D-7C39-9BB2-DC16-9BAEC63E28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EF1F17-C335-9894-46B8-54789BAA7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379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983F9-A578-3ED5-63CE-448AF87D0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B47D4C-6930-8106-F361-14E4CCFDA4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BF142F-00A2-98D9-C2E9-550D369C9A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7EDD30-59D4-E962-E47D-BA74F587C0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876807-0D12-B706-470A-B1C54568E5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A75E97-798B-7726-230F-8E17A2038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A7EBC9-D691-482D-03B6-EC0C47975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4899E-31F3-D0DF-8B0B-9FF373C4C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375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5043F-1769-BFA6-7CFE-991E411AD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C18A3C-5835-B768-0F58-A35E46DA7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A622C1-CDB4-6FF1-73CC-FA1D5246C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F4B4FA-4756-393F-8A12-3007FEC8D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9377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998883-57A3-2B2A-4929-0076AC2A3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33A7C6-E3A0-0CB8-5365-892E91E25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524690-257E-BBA5-0B1F-8036E9ECC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909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605CE-F37A-38C6-7ACE-C9FCAE969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880A4-F7DC-6BC0-55E4-F7CC38EE37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E276A2-44EE-5B44-609B-35ACC6ACE5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1F4659-6508-A1DC-2DEF-6A2833278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5AAFEE-B51D-E0F0-4F79-953E0341D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2238A2-FA5B-7DC1-6B1B-DEF53D028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147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60482-3F51-D75C-7719-B84D95A55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49C381-33BD-1D18-5987-90FE5145F4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6B772F-E7B7-173E-99EE-B6FE339565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59236-1AE0-A988-291E-C2902F2E3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991A7-6239-6B69-050A-FBB4D11CE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862160-C44D-A069-5E95-4BD57A0F8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2702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D10EE-6F1D-3C87-DDF9-5B6491D7B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C42296-252E-7359-7706-3C06C817CA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9590F-A667-1012-1442-3EB22C07E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385A48-D137-DE1F-1724-BE1B21D4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AC987F-9621-75F3-CD01-EE5D63673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586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3215D28-B95A-FF7E-3263-AC51703656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FAD540-3828-7878-8488-AC80242AD2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A3AD1-3D1B-1E4B-AA8F-7230AED19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8C490-D431-5778-C140-D08D98C7D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A51850-D27C-83D0-F3BA-25EBA0848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7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43D8B9-3767-CC49-8956-D8E1ABAB3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17E19A-79A1-A5D9-5C1F-56F947A31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B79F6F-82DA-4BE4-3891-3455CAAC22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3EDCE2-3EF0-9241-A713-EB124E5CAF86}" type="datetimeFigureOut">
              <a:rPr lang="en-US" smtClean="0"/>
              <a:t>5/4/25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38A90B-D878-9301-4C80-35E6848BB2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1BBEE-FACB-756B-9A49-98E5D8E548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9421EA-A464-1146-9B1F-8F59912AB9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713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4F389-09B1-8C3A-A7D4-A628CB4459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ENPM611 Class Project </a:t>
            </a:r>
            <a:r>
              <a:rPr lang="en-US" i="1" dirty="0"/>
              <a:t>Spring 2025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06792A-1EAA-2790-FE0B-84CC825D46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Tim Sweeney, Aman Thanvi</a:t>
            </a:r>
          </a:p>
        </p:txBody>
      </p:sp>
    </p:spTree>
    <p:extLst>
      <p:ext uri="{BB962C8B-B14F-4D97-AF65-F5344CB8AC3E}">
        <p14:creationId xmlns:p14="http://schemas.microsoft.com/office/powerpoint/2010/main" val="13568323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2BDB3-5053-BA93-D71E-9193E14BA3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Background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0B84C-7D5E-819B-09A4-D53D34CEC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Poetry – Open source project for a python package management system.</a:t>
            </a:r>
          </a:p>
          <a:p>
            <a:r>
              <a:rPr lang="en-US" dirty="0"/>
              <a:t>Maintained on </a:t>
            </a:r>
            <a:r>
              <a:rPr lang="en-US" dirty="0" err="1"/>
              <a:t>Github</a:t>
            </a:r>
            <a:endParaRPr lang="en-US" dirty="0"/>
          </a:p>
          <a:p>
            <a:r>
              <a:rPr lang="en-US" dirty="0"/>
              <a:t>592 contributors, 2.3k forks,  33.1k stars</a:t>
            </a:r>
          </a:p>
          <a:p>
            <a:r>
              <a:rPr lang="en-US" dirty="0"/>
              <a:t>First release (version 0.2.0) was March 1, 2018</a:t>
            </a:r>
          </a:p>
          <a:p>
            <a:r>
              <a:rPr lang="en-US" dirty="0"/>
              <a:t>Project: Generate insights by analyzing repository issues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30" name="Picture 6" descr="Introduction to Python Poetry: Why It's a Game-Changer for Python  Developers | by Akshat Gadodia | Medium">
            <a:extLst>
              <a:ext uri="{FF2B5EF4-FFF2-40B4-BE49-F238E27FC236}">
                <a16:creationId xmlns:a16="http://schemas.microsoft.com/office/drawing/2014/main" id="{7F0A1DAB-EBCE-2884-4B04-B49DB3BCF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6405" y="4943474"/>
            <a:ext cx="3399189" cy="1781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4384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C32F8-E05E-9D2B-938F-A1FB5417F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BA8511-94C1-E87A-6182-D34AEE0A52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Produce 3 analyses</a:t>
            </a:r>
          </a:p>
          <a:p>
            <a:r>
              <a:rPr lang="en-US" dirty="0"/>
              <a:t>One analyses must take an input and provide insight about the subset of issues relevant to that input</a:t>
            </a:r>
          </a:p>
          <a:p>
            <a:r>
              <a:rPr lang="en-US" dirty="0"/>
              <a:t>At least 2 analyses must make use of charts</a:t>
            </a:r>
          </a:p>
        </p:txBody>
      </p:sp>
    </p:spTree>
    <p:extLst>
      <p:ext uri="{BB962C8B-B14F-4D97-AF65-F5344CB8AC3E}">
        <p14:creationId xmlns:p14="http://schemas.microsoft.com/office/powerpoint/2010/main" val="1711210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D00CA-10F9-A873-FE1E-E936B4D59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8E1B1-6F29-DB93-87C9-034EA61E7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</a:t>
            </a:r>
          </a:p>
        </p:txBody>
      </p:sp>
      <p:pic>
        <p:nvPicPr>
          <p:cNvPr id="9" name="Picture 8" descr="A diagram of a computer&#10;&#10;AI-generated content may be incorrect.">
            <a:extLst>
              <a:ext uri="{FF2B5EF4-FFF2-40B4-BE49-F238E27FC236}">
                <a16:creationId xmlns:a16="http://schemas.microsoft.com/office/drawing/2014/main" id="{4C950A8A-423E-247D-76A5-DAA9AF0E8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615" y="0"/>
            <a:ext cx="576252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BD952A3-06A4-D3DA-BA8C-0B8C8839B86A}"/>
              </a:ext>
            </a:extLst>
          </p:cNvPr>
          <p:cNvSpPr txBox="1"/>
          <p:nvPr/>
        </p:nvSpPr>
        <p:spPr>
          <a:xfrm>
            <a:off x="1135051" y="1871147"/>
            <a:ext cx="2929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Entity Relationship Diagram</a:t>
            </a:r>
          </a:p>
        </p:txBody>
      </p:sp>
    </p:spTree>
    <p:extLst>
      <p:ext uri="{BB962C8B-B14F-4D97-AF65-F5344CB8AC3E}">
        <p14:creationId xmlns:p14="http://schemas.microsoft.com/office/powerpoint/2010/main" val="40946635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F633CF-57BD-0C5E-B56E-654FD5F33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F8356-72A1-980D-F739-60BD7D373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1BB5D9-8C8B-0D46-B71B-724E1E8D2442}"/>
              </a:ext>
            </a:extLst>
          </p:cNvPr>
          <p:cNvSpPr txBox="1"/>
          <p:nvPr/>
        </p:nvSpPr>
        <p:spPr>
          <a:xfrm>
            <a:off x="1135051" y="1871147"/>
            <a:ext cx="26160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 Structure Diagram</a:t>
            </a:r>
          </a:p>
        </p:txBody>
      </p:sp>
      <p:pic>
        <p:nvPicPr>
          <p:cNvPr id="5" name="Picture 4" descr="A diagram of a computer&#10;&#10;AI-generated content may be incorrect.">
            <a:extLst>
              <a:ext uri="{FF2B5EF4-FFF2-40B4-BE49-F238E27FC236}">
                <a16:creationId xmlns:a16="http://schemas.microsoft.com/office/drawing/2014/main" id="{CE3DC2DC-EB7B-0B00-6A8D-3F10F9484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4708" y="0"/>
            <a:ext cx="35861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4098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C95A0-952D-57D4-8668-4FBD22DFA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AE5FE-9681-21DE-15FC-206D2CE7A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Analysis 1</a:t>
            </a:r>
          </a:p>
          <a:p>
            <a:pPr marL="0" indent="0">
              <a:buNone/>
            </a:pPr>
            <a:r>
              <a:rPr lang="en-US" dirty="0"/>
              <a:t> - Time analysis: Visualize the trend of issue creation over time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Analysis 2</a:t>
            </a:r>
          </a:p>
          <a:p>
            <a:pPr>
              <a:buFontTx/>
              <a:buChar char="-"/>
            </a:pPr>
            <a:r>
              <a:rPr lang="en-US" dirty="0"/>
              <a:t>Contributor Network Analysis: Visualize which users are working together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Analysis 3</a:t>
            </a:r>
          </a:p>
          <a:p>
            <a:pPr marL="0" indent="0">
              <a:buNone/>
            </a:pPr>
            <a:r>
              <a:rPr lang="en-US" dirty="0"/>
              <a:t>- Issue Lifecycle Analysis: Examines how long issues remain open and identifies patterns in issue resolution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397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3D07C-0C96-2277-46BC-5ECDFBCA8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B8736-5439-1F01-9C51-C090D3F1EB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Coded in Python</a:t>
            </a:r>
          </a:p>
          <a:p>
            <a:r>
              <a:rPr lang="en-US" dirty="0"/>
              <a:t>Use Visual Studio Code as IDE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873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B2610-91EA-1CED-5D4F-195824179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– Analysis 1 (Time)</a:t>
            </a:r>
          </a:p>
        </p:txBody>
      </p:sp>
      <p:pic>
        <p:nvPicPr>
          <p:cNvPr id="5" name="Content Placeholder 4" descr="A graph with blue lines&#10;&#10;AI-generated content may be incorrect.">
            <a:extLst>
              <a:ext uri="{FF2B5EF4-FFF2-40B4-BE49-F238E27FC236}">
                <a16:creationId xmlns:a16="http://schemas.microsoft.com/office/drawing/2014/main" id="{C700351A-0F8D-634D-6849-BADB3B474A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9870" y="1334287"/>
            <a:ext cx="8960625" cy="5267076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7331A9-0064-A039-3934-2A607320678D}"/>
              </a:ext>
            </a:extLst>
          </p:cNvPr>
          <p:cNvSpPr txBox="1"/>
          <p:nvPr/>
        </p:nvSpPr>
        <p:spPr>
          <a:xfrm>
            <a:off x="8529865" y="2060014"/>
            <a:ext cx="34845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Full Dataset</a:t>
            </a:r>
          </a:p>
          <a:p>
            <a:r>
              <a:rPr lang="en-US" dirty="0"/>
              <a:t>- Dataset is binned by month</a:t>
            </a:r>
          </a:p>
          <a:p>
            <a:pPr marL="285750" indent="-285750">
              <a:buFontTx/>
              <a:buChar char="-"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77D836-1D6A-09B9-6E62-2308EAEDD6B4}"/>
              </a:ext>
            </a:extLst>
          </p:cNvPr>
          <p:cNvSpPr txBox="1"/>
          <p:nvPr/>
        </p:nvSpPr>
        <p:spPr>
          <a:xfrm>
            <a:off x="6157992" y="2197143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Release of v 1.2.0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147A1A-501D-C21F-1E34-E88E4FE2907B}"/>
              </a:ext>
            </a:extLst>
          </p:cNvPr>
          <p:cNvSpPr txBox="1"/>
          <p:nvPr/>
        </p:nvSpPr>
        <p:spPr>
          <a:xfrm>
            <a:off x="2421925" y="2060014"/>
            <a:ext cx="15440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Release of v 1.1.0</a:t>
            </a:r>
          </a:p>
        </p:txBody>
      </p:sp>
    </p:spTree>
    <p:extLst>
      <p:ext uri="{BB962C8B-B14F-4D97-AF65-F5344CB8AC3E}">
        <p14:creationId xmlns:p14="http://schemas.microsoft.com/office/powerpoint/2010/main" val="387533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157EA-5D10-970F-0CE8-1504C6207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ACB03-81A4-4AFD-6BC4-AB487E088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1573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E0AB9-C9D9-9637-496A-EA5EA3F33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53F72-329E-4C69-CD41-3CC0DDDD40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1221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6C43-543D-8C68-9A95-3CED1821C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31626561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179</Words>
  <Application>Microsoft Macintosh PowerPoint</Application>
  <PresentationFormat>Widescreen</PresentationFormat>
  <Paragraphs>36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ENPM611 Class Project Spring 2025</vt:lpstr>
      <vt:lpstr>Background</vt:lpstr>
      <vt:lpstr>Requirements</vt:lpstr>
      <vt:lpstr>Design</vt:lpstr>
      <vt:lpstr>Design</vt:lpstr>
      <vt:lpstr>Design</vt:lpstr>
      <vt:lpstr>Implementation</vt:lpstr>
      <vt:lpstr>Implementation – Analysis 1 (Time)</vt:lpstr>
      <vt:lpstr>Testing</vt:lpstr>
      <vt:lpstr>Live Demo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Timothy Sweeney</dc:creator>
  <cp:lastModifiedBy>Timothy Sweeney</cp:lastModifiedBy>
  <cp:revision>1</cp:revision>
  <dcterms:created xsi:type="dcterms:W3CDTF">2025-05-04T13:18:52Z</dcterms:created>
  <dcterms:modified xsi:type="dcterms:W3CDTF">2025-05-04T16:30:55Z</dcterms:modified>
</cp:coreProperties>
</file>