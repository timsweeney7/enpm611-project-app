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9" r:id="rId4"/>
    <p:sldId id="271" r:id="rId5"/>
    <p:sldId id="264" r:id="rId6"/>
    <p:sldId id="265" r:id="rId7"/>
    <p:sldId id="258" r:id="rId8"/>
    <p:sldId id="272" r:id="rId9"/>
    <p:sldId id="260" r:id="rId10"/>
    <p:sldId id="273" r:id="rId11"/>
    <p:sldId id="274" r:id="rId12"/>
    <p:sldId id="275" r:id="rId13"/>
    <p:sldId id="266" r:id="rId14"/>
    <p:sldId id="270" r:id="rId15"/>
    <p:sldId id="267" r:id="rId16"/>
    <p:sldId id="268" r:id="rId17"/>
    <p:sldId id="269" r:id="rId18"/>
    <p:sldId id="261" r:id="rId19"/>
    <p:sldId id="276" r:id="rId20"/>
    <p:sldId id="277" r:id="rId21"/>
    <p:sldId id="262" r:id="rId22"/>
    <p:sldId id="263" r:id="rId23"/>
    <p:sldId id="27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6728"/>
    <p:restoredTop sz="81285"/>
  </p:normalViewPr>
  <p:slideViewPr>
    <p:cSldViewPr snapToGrid="0">
      <p:cViewPr varScale="1">
        <p:scale>
          <a:sx n="70" d="100"/>
          <a:sy n="70" d="100"/>
        </p:scale>
        <p:origin x="20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A0431C-066F-4038-A566-6EBD18C8EF67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12006E-B9EC-46AF-B9C8-A7F908E881E4}">
      <dgm:prSet/>
      <dgm:spPr/>
      <dgm:t>
        <a:bodyPr/>
        <a:lstStyle/>
        <a:p>
          <a:r>
            <a:rPr lang="en-US"/>
            <a:t>Poetry – Open-source project for a Python package management system.</a:t>
          </a:r>
        </a:p>
      </dgm:t>
    </dgm:pt>
    <dgm:pt modelId="{C172D336-AC49-4316-AA3B-BDDA8117D5B5}" type="parTrans" cxnId="{5B680673-42BC-4F41-AF20-9C28DB4F993F}">
      <dgm:prSet/>
      <dgm:spPr/>
      <dgm:t>
        <a:bodyPr/>
        <a:lstStyle/>
        <a:p>
          <a:endParaRPr lang="en-US"/>
        </a:p>
      </dgm:t>
    </dgm:pt>
    <dgm:pt modelId="{2B99B3E1-F294-40B4-A37D-08AE1ECC3DCA}" type="sibTrans" cxnId="{5B680673-42BC-4F41-AF20-9C28DB4F993F}">
      <dgm:prSet/>
      <dgm:spPr/>
      <dgm:t>
        <a:bodyPr/>
        <a:lstStyle/>
        <a:p>
          <a:endParaRPr lang="en-US"/>
        </a:p>
      </dgm:t>
    </dgm:pt>
    <dgm:pt modelId="{E9B92219-BB94-460E-A894-70FF362CAE3F}">
      <dgm:prSet/>
      <dgm:spPr/>
      <dgm:t>
        <a:bodyPr/>
        <a:lstStyle/>
        <a:p>
          <a:r>
            <a:rPr lang="en-US"/>
            <a:t>Crucial for Python dependency management, used widely in the open-source ecosystem.</a:t>
          </a:r>
        </a:p>
      </dgm:t>
    </dgm:pt>
    <dgm:pt modelId="{316B04AC-D642-47F9-A705-0B87D724DC5B}" type="parTrans" cxnId="{9576AE72-13F1-4794-A67A-4DE4654F0C15}">
      <dgm:prSet/>
      <dgm:spPr/>
      <dgm:t>
        <a:bodyPr/>
        <a:lstStyle/>
        <a:p>
          <a:endParaRPr lang="en-US"/>
        </a:p>
      </dgm:t>
    </dgm:pt>
    <dgm:pt modelId="{1E7F74A1-2365-479B-9E79-C053081F1084}" type="sibTrans" cxnId="{9576AE72-13F1-4794-A67A-4DE4654F0C15}">
      <dgm:prSet/>
      <dgm:spPr/>
      <dgm:t>
        <a:bodyPr/>
        <a:lstStyle/>
        <a:p>
          <a:endParaRPr lang="en-US"/>
        </a:p>
      </dgm:t>
    </dgm:pt>
    <dgm:pt modelId="{333B7BC7-E021-453A-9B67-7BF5C6931934}">
      <dgm:prSet/>
      <dgm:spPr/>
      <dgm:t>
        <a:bodyPr/>
        <a:lstStyle/>
        <a:p>
          <a:r>
            <a:rPr lang="en-US"/>
            <a:t>Maintained on Github</a:t>
          </a:r>
        </a:p>
      </dgm:t>
    </dgm:pt>
    <dgm:pt modelId="{9632543D-8877-4BB3-82F0-346629F4F9EF}" type="parTrans" cxnId="{CCDBA797-E756-4FE5-A222-6D90AEC2A1C9}">
      <dgm:prSet/>
      <dgm:spPr/>
      <dgm:t>
        <a:bodyPr/>
        <a:lstStyle/>
        <a:p>
          <a:endParaRPr lang="en-US"/>
        </a:p>
      </dgm:t>
    </dgm:pt>
    <dgm:pt modelId="{F3B0D5B6-C287-4BA4-86BF-A454879DAF4E}" type="sibTrans" cxnId="{CCDBA797-E756-4FE5-A222-6D90AEC2A1C9}">
      <dgm:prSet/>
      <dgm:spPr/>
      <dgm:t>
        <a:bodyPr/>
        <a:lstStyle/>
        <a:p>
          <a:endParaRPr lang="en-US"/>
        </a:p>
      </dgm:t>
    </dgm:pt>
    <dgm:pt modelId="{7BA38E7C-03FE-4339-A935-CFB2A98A2084}">
      <dgm:prSet/>
      <dgm:spPr/>
      <dgm:t>
        <a:bodyPr/>
        <a:lstStyle/>
        <a:p>
          <a:r>
            <a:rPr lang="en-US"/>
            <a:t>592 contributors, 2.3k forks,  33.1k stars</a:t>
          </a:r>
        </a:p>
      </dgm:t>
    </dgm:pt>
    <dgm:pt modelId="{1C920033-9A77-451A-B84C-B1CF7A2B8830}" type="parTrans" cxnId="{9BBDB4A2-3530-45E7-A130-7CAA3155204E}">
      <dgm:prSet/>
      <dgm:spPr/>
      <dgm:t>
        <a:bodyPr/>
        <a:lstStyle/>
        <a:p>
          <a:endParaRPr lang="en-US"/>
        </a:p>
      </dgm:t>
    </dgm:pt>
    <dgm:pt modelId="{8DCB758A-DD4D-40BD-AFC9-926ED678F162}" type="sibTrans" cxnId="{9BBDB4A2-3530-45E7-A130-7CAA3155204E}">
      <dgm:prSet/>
      <dgm:spPr/>
      <dgm:t>
        <a:bodyPr/>
        <a:lstStyle/>
        <a:p>
          <a:endParaRPr lang="en-US"/>
        </a:p>
      </dgm:t>
    </dgm:pt>
    <dgm:pt modelId="{71132B84-272A-4048-AF4A-AC6CEB66B7D3}">
      <dgm:prSet/>
      <dgm:spPr/>
      <dgm:t>
        <a:bodyPr/>
        <a:lstStyle/>
        <a:p>
          <a:r>
            <a:rPr lang="en-US"/>
            <a:t>First release (version 0.2.0) was March 1, 2018</a:t>
          </a:r>
        </a:p>
      </dgm:t>
    </dgm:pt>
    <dgm:pt modelId="{EF97ECF0-2F3F-4380-A9EB-F1339541A546}" type="parTrans" cxnId="{A937B57F-6A07-4019-969A-2D7F330909F8}">
      <dgm:prSet/>
      <dgm:spPr/>
      <dgm:t>
        <a:bodyPr/>
        <a:lstStyle/>
        <a:p>
          <a:endParaRPr lang="en-US"/>
        </a:p>
      </dgm:t>
    </dgm:pt>
    <dgm:pt modelId="{FBB328C3-5098-4069-8AD5-B5DAC951346C}" type="sibTrans" cxnId="{A937B57F-6A07-4019-969A-2D7F330909F8}">
      <dgm:prSet/>
      <dgm:spPr/>
      <dgm:t>
        <a:bodyPr/>
        <a:lstStyle/>
        <a:p>
          <a:endParaRPr lang="en-US"/>
        </a:p>
      </dgm:t>
    </dgm:pt>
    <dgm:pt modelId="{26321770-342A-483A-9D0C-FF20B9BC840A}">
      <dgm:prSet/>
      <dgm:spPr/>
      <dgm:t>
        <a:bodyPr/>
        <a:lstStyle/>
        <a:p>
          <a:r>
            <a:rPr lang="en-US"/>
            <a:t>Project: Generate insights by analyzing repository issues</a:t>
          </a:r>
        </a:p>
      </dgm:t>
    </dgm:pt>
    <dgm:pt modelId="{E8638E03-DBD7-4120-A8F1-F896C4E3989E}" type="parTrans" cxnId="{F69FA47D-BACF-4596-9C52-5B6372B8765F}">
      <dgm:prSet/>
      <dgm:spPr/>
      <dgm:t>
        <a:bodyPr/>
        <a:lstStyle/>
        <a:p>
          <a:endParaRPr lang="en-US"/>
        </a:p>
      </dgm:t>
    </dgm:pt>
    <dgm:pt modelId="{858C238B-0919-4ABC-8388-4492B0B897AF}" type="sibTrans" cxnId="{F69FA47D-BACF-4596-9C52-5B6372B8765F}">
      <dgm:prSet/>
      <dgm:spPr/>
      <dgm:t>
        <a:bodyPr/>
        <a:lstStyle/>
        <a:p>
          <a:endParaRPr lang="en-US"/>
        </a:p>
      </dgm:t>
    </dgm:pt>
    <dgm:pt modelId="{8B532D91-7229-6845-BB9B-EA902A3824BB}" type="pres">
      <dgm:prSet presAssocID="{04A0431C-066F-4038-A566-6EBD18C8EF67}" presName="diagram" presStyleCnt="0">
        <dgm:presLayoutVars>
          <dgm:dir/>
          <dgm:resizeHandles val="exact"/>
        </dgm:presLayoutVars>
      </dgm:prSet>
      <dgm:spPr/>
    </dgm:pt>
    <dgm:pt modelId="{783B647A-02C1-D048-B591-4FFCDCC86B7D}" type="pres">
      <dgm:prSet presAssocID="{3412006E-B9EC-46AF-B9C8-A7F908E881E4}" presName="node" presStyleLbl="node1" presStyleIdx="0" presStyleCnt="6">
        <dgm:presLayoutVars>
          <dgm:bulletEnabled val="1"/>
        </dgm:presLayoutVars>
      </dgm:prSet>
      <dgm:spPr/>
    </dgm:pt>
    <dgm:pt modelId="{4FA29E59-EC1F-014C-A7D6-624402A31D41}" type="pres">
      <dgm:prSet presAssocID="{2B99B3E1-F294-40B4-A37D-08AE1ECC3DCA}" presName="sibTrans" presStyleCnt="0"/>
      <dgm:spPr/>
    </dgm:pt>
    <dgm:pt modelId="{B64E7A52-28F5-7F49-B46E-008D61869A9B}" type="pres">
      <dgm:prSet presAssocID="{E9B92219-BB94-460E-A894-70FF362CAE3F}" presName="node" presStyleLbl="node1" presStyleIdx="1" presStyleCnt="6">
        <dgm:presLayoutVars>
          <dgm:bulletEnabled val="1"/>
        </dgm:presLayoutVars>
      </dgm:prSet>
      <dgm:spPr/>
    </dgm:pt>
    <dgm:pt modelId="{CE7CDCE0-F3A8-A449-9386-340FC3F7ADDB}" type="pres">
      <dgm:prSet presAssocID="{1E7F74A1-2365-479B-9E79-C053081F1084}" presName="sibTrans" presStyleCnt="0"/>
      <dgm:spPr/>
    </dgm:pt>
    <dgm:pt modelId="{A52F397F-9F21-EB4D-B22A-C1964CBD4670}" type="pres">
      <dgm:prSet presAssocID="{333B7BC7-E021-453A-9B67-7BF5C6931934}" presName="node" presStyleLbl="node1" presStyleIdx="2" presStyleCnt="6">
        <dgm:presLayoutVars>
          <dgm:bulletEnabled val="1"/>
        </dgm:presLayoutVars>
      </dgm:prSet>
      <dgm:spPr/>
    </dgm:pt>
    <dgm:pt modelId="{B9FEB250-EB0A-224A-B9F2-13F51D54C8A9}" type="pres">
      <dgm:prSet presAssocID="{F3B0D5B6-C287-4BA4-86BF-A454879DAF4E}" presName="sibTrans" presStyleCnt="0"/>
      <dgm:spPr/>
    </dgm:pt>
    <dgm:pt modelId="{E01A0EC0-80A3-A44C-9A37-D8032A6B728C}" type="pres">
      <dgm:prSet presAssocID="{7BA38E7C-03FE-4339-A935-CFB2A98A2084}" presName="node" presStyleLbl="node1" presStyleIdx="3" presStyleCnt="6">
        <dgm:presLayoutVars>
          <dgm:bulletEnabled val="1"/>
        </dgm:presLayoutVars>
      </dgm:prSet>
      <dgm:spPr/>
    </dgm:pt>
    <dgm:pt modelId="{7FB9E2D5-8DC6-674A-9A45-E2F385AEEF1C}" type="pres">
      <dgm:prSet presAssocID="{8DCB758A-DD4D-40BD-AFC9-926ED678F162}" presName="sibTrans" presStyleCnt="0"/>
      <dgm:spPr/>
    </dgm:pt>
    <dgm:pt modelId="{04664AD6-F7F8-7849-8160-3A2D36C0ABF9}" type="pres">
      <dgm:prSet presAssocID="{71132B84-272A-4048-AF4A-AC6CEB66B7D3}" presName="node" presStyleLbl="node1" presStyleIdx="4" presStyleCnt="6">
        <dgm:presLayoutVars>
          <dgm:bulletEnabled val="1"/>
        </dgm:presLayoutVars>
      </dgm:prSet>
      <dgm:spPr/>
    </dgm:pt>
    <dgm:pt modelId="{9C1D96C1-9879-F04D-8A02-6F71CE574350}" type="pres">
      <dgm:prSet presAssocID="{FBB328C3-5098-4069-8AD5-B5DAC951346C}" presName="sibTrans" presStyleCnt="0"/>
      <dgm:spPr/>
    </dgm:pt>
    <dgm:pt modelId="{B26716FE-876E-AE45-83F4-847357D459C8}" type="pres">
      <dgm:prSet presAssocID="{26321770-342A-483A-9D0C-FF20B9BC840A}" presName="node" presStyleLbl="node1" presStyleIdx="5" presStyleCnt="6">
        <dgm:presLayoutVars>
          <dgm:bulletEnabled val="1"/>
        </dgm:presLayoutVars>
      </dgm:prSet>
      <dgm:spPr/>
    </dgm:pt>
  </dgm:ptLst>
  <dgm:cxnLst>
    <dgm:cxn modelId="{D5A1C115-4A5A-1249-8E0D-063E212E106A}" type="presOf" srcId="{04A0431C-066F-4038-A566-6EBD18C8EF67}" destId="{8B532D91-7229-6845-BB9B-EA902A3824BB}" srcOrd="0" destOrd="0" presId="urn:microsoft.com/office/officeart/2005/8/layout/default"/>
    <dgm:cxn modelId="{F71D9D2A-DDBC-1E49-A411-213B310A2C26}" type="presOf" srcId="{3412006E-B9EC-46AF-B9C8-A7F908E881E4}" destId="{783B647A-02C1-D048-B591-4FFCDCC86B7D}" srcOrd="0" destOrd="0" presId="urn:microsoft.com/office/officeart/2005/8/layout/default"/>
    <dgm:cxn modelId="{3D153931-7EB4-A84C-8425-D9A1594C0F69}" type="presOf" srcId="{7BA38E7C-03FE-4339-A935-CFB2A98A2084}" destId="{E01A0EC0-80A3-A44C-9A37-D8032A6B728C}" srcOrd="0" destOrd="0" presId="urn:microsoft.com/office/officeart/2005/8/layout/default"/>
    <dgm:cxn modelId="{9576AE72-13F1-4794-A67A-4DE4654F0C15}" srcId="{04A0431C-066F-4038-A566-6EBD18C8EF67}" destId="{E9B92219-BB94-460E-A894-70FF362CAE3F}" srcOrd="1" destOrd="0" parTransId="{316B04AC-D642-47F9-A705-0B87D724DC5B}" sibTransId="{1E7F74A1-2365-479B-9E79-C053081F1084}"/>
    <dgm:cxn modelId="{5B680673-42BC-4F41-AF20-9C28DB4F993F}" srcId="{04A0431C-066F-4038-A566-6EBD18C8EF67}" destId="{3412006E-B9EC-46AF-B9C8-A7F908E881E4}" srcOrd="0" destOrd="0" parTransId="{C172D336-AC49-4316-AA3B-BDDA8117D5B5}" sibTransId="{2B99B3E1-F294-40B4-A37D-08AE1ECC3DCA}"/>
    <dgm:cxn modelId="{F69FA47D-BACF-4596-9C52-5B6372B8765F}" srcId="{04A0431C-066F-4038-A566-6EBD18C8EF67}" destId="{26321770-342A-483A-9D0C-FF20B9BC840A}" srcOrd="5" destOrd="0" parTransId="{E8638E03-DBD7-4120-A8F1-F896C4E3989E}" sibTransId="{858C238B-0919-4ABC-8388-4492B0B897AF}"/>
    <dgm:cxn modelId="{A937B57F-6A07-4019-969A-2D7F330909F8}" srcId="{04A0431C-066F-4038-A566-6EBD18C8EF67}" destId="{71132B84-272A-4048-AF4A-AC6CEB66B7D3}" srcOrd="4" destOrd="0" parTransId="{EF97ECF0-2F3F-4380-A9EB-F1339541A546}" sibTransId="{FBB328C3-5098-4069-8AD5-B5DAC951346C}"/>
    <dgm:cxn modelId="{BC229E92-9C85-5B42-88DE-38D1353C12D3}" type="presOf" srcId="{333B7BC7-E021-453A-9B67-7BF5C6931934}" destId="{A52F397F-9F21-EB4D-B22A-C1964CBD4670}" srcOrd="0" destOrd="0" presId="urn:microsoft.com/office/officeart/2005/8/layout/default"/>
    <dgm:cxn modelId="{CCDBA797-E756-4FE5-A222-6D90AEC2A1C9}" srcId="{04A0431C-066F-4038-A566-6EBD18C8EF67}" destId="{333B7BC7-E021-453A-9B67-7BF5C6931934}" srcOrd="2" destOrd="0" parTransId="{9632543D-8877-4BB3-82F0-346629F4F9EF}" sibTransId="{F3B0D5B6-C287-4BA4-86BF-A454879DAF4E}"/>
    <dgm:cxn modelId="{9BBDB4A2-3530-45E7-A130-7CAA3155204E}" srcId="{04A0431C-066F-4038-A566-6EBD18C8EF67}" destId="{7BA38E7C-03FE-4339-A935-CFB2A98A2084}" srcOrd="3" destOrd="0" parTransId="{1C920033-9A77-451A-B84C-B1CF7A2B8830}" sibTransId="{8DCB758A-DD4D-40BD-AFC9-926ED678F162}"/>
    <dgm:cxn modelId="{2561F7F8-E287-A844-A2E8-5821BE61C734}" type="presOf" srcId="{71132B84-272A-4048-AF4A-AC6CEB66B7D3}" destId="{04664AD6-F7F8-7849-8160-3A2D36C0ABF9}" srcOrd="0" destOrd="0" presId="urn:microsoft.com/office/officeart/2005/8/layout/default"/>
    <dgm:cxn modelId="{3B0B64F9-C3C1-0942-B204-1934BD913626}" type="presOf" srcId="{26321770-342A-483A-9D0C-FF20B9BC840A}" destId="{B26716FE-876E-AE45-83F4-847357D459C8}" srcOrd="0" destOrd="0" presId="urn:microsoft.com/office/officeart/2005/8/layout/default"/>
    <dgm:cxn modelId="{386352FF-A877-174B-A8EB-12713E0679FE}" type="presOf" srcId="{E9B92219-BB94-460E-A894-70FF362CAE3F}" destId="{B64E7A52-28F5-7F49-B46E-008D61869A9B}" srcOrd="0" destOrd="0" presId="urn:microsoft.com/office/officeart/2005/8/layout/default"/>
    <dgm:cxn modelId="{E24662AE-E59C-FC40-A2E9-0CE552D96065}" type="presParOf" srcId="{8B532D91-7229-6845-BB9B-EA902A3824BB}" destId="{783B647A-02C1-D048-B591-4FFCDCC86B7D}" srcOrd="0" destOrd="0" presId="urn:microsoft.com/office/officeart/2005/8/layout/default"/>
    <dgm:cxn modelId="{0FD17A92-520C-044B-BA10-D556E1E40E4F}" type="presParOf" srcId="{8B532D91-7229-6845-BB9B-EA902A3824BB}" destId="{4FA29E59-EC1F-014C-A7D6-624402A31D41}" srcOrd="1" destOrd="0" presId="urn:microsoft.com/office/officeart/2005/8/layout/default"/>
    <dgm:cxn modelId="{CAB03F22-5613-034A-8F17-B010C7E90A53}" type="presParOf" srcId="{8B532D91-7229-6845-BB9B-EA902A3824BB}" destId="{B64E7A52-28F5-7F49-B46E-008D61869A9B}" srcOrd="2" destOrd="0" presId="urn:microsoft.com/office/officeart/2005/8/layout/default"/>
    <dgm:cxn modelId="{AD682E22-6FC6-2342-BD35-935F59E53EFC}" type="presParOf" srcId="{8B532D91-7229-6845-BB9B-EA902A3824BB}" destId="{CE7CDCE0-F3A8-A449-9386-340FC3F7ADDB}" srcOrd="3" destOrd="0" presId="urn:microsoft.com/office/officeart/2005/8/layout/default"/>
    <dgm:cxn modelId="{07E2422E-8D68-C04F-BFA9-CC7BAF54658B}" type="presParOf" srcId="{8B532D91-7229-6845-BB9B-EA902A3824BB}" destId="{A52F397F-9F21-EB4D-B22A-C1964CBD4670}" srcOrd="4" destOrd="0" presId="urn:microsoft.com/office/officeart/2005/8/layout/default"/>
    <dgm:cxn modelId="{EFB630AF-F240-1B48-9FA3-733EB908D0DB}" type="presParOf" srcId="{8B532D91-7229-6845-BB9B-EA902A3824BB}" destId="{B9FEB250-EB0A-224A-B9F2-13F51D54C8A9}" srcOrd="5" destOrd="0" presId="urn:microsoft.com/office/officeart/2005/8/layout/default"/>
    <dgm:cxn modelId="{85F58011-8FBF-954E-93AC-7CB7703162DA}" type="presParOf" srcId="{8B532D91-7229-6845-BB9B-EA902A3824BB}" destId="{E01A0EC0-80A3-A44C-9A37-D8032A6B728C}" srcOrd="6" destOrd="0" presId="urn:microsoft.com/office/officeart/2005/8/layout/default"/>
    <dgm:cxn modelId="{758A094C-39DF-D645-97DB-B3DAD8E2AA02}" type="presParOf" srcId="{8B532D91-7229-6845-BB9B-EA902A3824BB}" destId="{7FB9E2D5-8DC6-674A-9A45-E2F385AEEF1C}" srcOrd="7" destOrd="0" presId="urn:microsoft.com/office/officeart/2005/8/layout/default"/>
    <dgm:cxn modelId="{B78944CF-CBE5-2745-AA26-F139D1D512F0}" type="presParOf" srcId="{8B532D91-7229-6845-BB9B-EA902A3824BB}" destId="{04664AD6-F7F8-7849-8160-3A2D36C0ABF9}" srcOrd="8" destOrd="0" presId="urn:microsoft.com/office/officeart/2005/8/layout/default"/>
    <dgm:cxn modelId="{DA6EF294-5FE3-C84F-8812-D668694B6B35}" type="presParOf" srcId="{8B532D91-7229-6845-BB9B-EA902A3824BB}" destId="{9C1D96C1-9879-F04D-8A02-6F71CE574350}" srcOrd="9" destOrd="0" presId="urn:microsoft.com/office/officeart/2005/8/layout/default"/>
    <dgm:cxn modelId="{D254E60E-6E05-4F4D-A5CE-86552B79CCC7}" type="presParOf" srcId="{8B532D91-7229-6845-BB9B-EA902A3824BB}" destId="{B26716FE-876E-AE45-83F4-847357D459C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F787207-90E1-4ABE-8C22-EA153597CA9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98CF1BD-63F4-7042-B7B8-D27E205E74A1}">
      <dgm:prSet/>
      <dgm:spPr/>
      <dgm:t>
        <a:bodyPr/>
        <a:lstStyle/>
        <a:p>
          <a:r>
            <a:rPr lang="en-US" dirty="0"/>
            <a:t>Functional Requirements</a:t>
          </a:r>
        </a:p>
      </dgm:t>
    </dgm:pt>
    <dgm:pt modelId="{B892B576-0BF8-EB4F-9092-7B6EE55FCB93}" type="sibTrans" cxnId="{11AE38BC-5A01-6D4E-A358-1C97DC18ABFD}">
      <dgm:prSet/>
      <dgm:spPr/>
      <dgm:t>
        <a:bodyPr/>
        <a:lstStyle/>
        <a:p>
          <a:endParaRPr lang="en-US"/>
        </a:p>
      </dgm:t>
    </dgm:pt>
    <dgm:pt modelId="{5DB4E89B-3F46-D54E-9939-2C6368A0030C}" type="parTrans" cxnId="{11AE38BC-5A01-6D4E-A358-1C97DC18ABFD}">
      <dgm:prSet/>
      <dgm:spPr/>
      <dgm:t>
        <a:bodyPr/>
        <a:lstStyle/>
        <a:p>
          <a:endParaRPr lang="en-US"/>
        </a:p>
      </dgm:t>
    </dgm:pt>
    <dgm:pt modelId="{BB9B156C-C751-4D23-9F70-59EB0B871FC8}">
      <dgm:prSet/>
      <dgm:spPr/>
      <dgm:t>
        <a:bodyPr/>
        <a:lstStyle/>
        <a:p>
          <a:r>
            <a:rPr lang="en-US" dirty="0"/>
            <a:t>Produce 3 analyses</a:t>
          </a:r>
        </a:p>
      </dgm:t>
    </dgm:pt>
    <dgm:pt modelId="{496D7A9D-95A2-4B66-8749-94F7F248562B}" type="sibTrans" cxnId="{70D2C6A0-DB01-4B34-B38B-0BD509374067}">
      <dgm:prSet/>
      <dgm:spPr/>
      <dgm:t>
        <a:bodyPr/>
        <a:lstStyle/>
        <a:p>
          <a:endParaRPr lang="en-US"/>
        </a:p>
      </dgm:t>
    </dgm:pt>
    <dgm:pt modelId="{2970DE26-CFC6-4EBE-BB9C-CACB84E7B428}" type="parTrans" cxnId="{70D2C6A0-DB01-4B34-B38B-0BD509374067}">
      <dgm:prSet/>
      <dgm:spPr/>
      <dgm:t>
        <a:bodyPr/>
        <a:lstStyle/>
        <a:p>
          <a:endParaRPr lang="en-US"/>
        </a:p>
      </dgm:t>
    </dgm:pt>
    <dgm:pt modelId="{FB0C3510-F833-C84C-B9B0-60D4FBC386FC}">
      <dgm:prSet/>
      <dgm:spPr/>
      <dgm:t>
        <a:bodyPr/>
        <a:lstStyle/>
        <a:p>
          <a:r>
            <a:rPr lang="en-US" dirty="0"/>
            <a:t>Analyze issue creation trends over time</a:t>
          </a:r>
        </a:p>
      </dgm:t>
    </dgm:pt>
    <dgm:pt modelId="{0756336C-8EEE-0545-882A-096D6FB3A1DD}" type="sibTrans" cxnId="{8C5A0F82-8B13-2D47-94A2-799664F5421F}">
      <dgm:prSet/>
      <dgm:spPr/>
      <dgm:t>
        <a:bodyPr/>
        <a:lstStyle/>
        <a:p>
          <a:endParaRPr lang="en-US"/>
        </a:p>
      </dgm:t>
    </dgm:pt>
    <dgm:pt modelId="{B904E8BA-61A7-B64B-84B6-452B5F211C0C}" type="parTrans" cxnId="{8C5A0F82-8B13-2D47-94A2-799664F5421F}">
      <dgm:prSet/>
      <dgm:spPr/>
      <dgm:t>
        <a:bodyPr/>
        <a:lstStyle/>
        <a:p>
          <a:endParaRPr lang="en-US"/>
        </a:p>
      </dgm:t>
    </dgm:pt>
    <dgm:pt modelId="{E3F66D79-BEF0-4D4A-9346-6C0D5A15C145}">
      <dgm:prSet/>
      <dgm:spPr/>
      <dgm:t>
        <a:bodyPr/>
        <a:lstStyle/>
        <a:p>
          <a:r>
            <a:rPr lang="en-US" dirty="0"/>
            <a:t>Visualize contributor relationships.</a:t>
          </a:r>
        </a:p>
      </dgm:t>
    </dgm:pt>
    <dgm:pt modelId="{E4DD826B-E62A-1C41-B182-962FE15012F3}" type="sibTrans" cxnId="{DBDF2FBB-3FFC-A84F-8D75-AC442A5B9F2F}">
      <dgm:prSet/>
      <dgm:spPr/>
      <dgm:t>
        <a:bodyPr/>
        <a:lstStyle/>
        <a:p>
          <a:endParaRPr lang="en-US"/>
        </a:p>
      </dgm:t>
    </dgm:pt>
    <dgm:pt modelId="{D0F10C80-4362-F141-A02A-519A2F7020FB}" type="parTrans" cxnId="{DBDF2FBB-3FFC-A84F-8D75-AC442A5B9F2F}">
      <dgm:prSet/>
      <dgm:spPr/>
      <dgm:t>
        <a:bodyPr/>
        <a:lstStyle/>
        <a:p>
          <a:endParaRPr lang="en-US"/>
        </a:p>
      </dgm:t>
    </dgm:pt>
    <dgm:pt modelId="{129611A1-903D-BA4C-9003-A8DE7C5996C9}">
      <dgm:prSet/>
      <dgm:spPr/>
      <dgm:t>
        <a:bodyPr/>
        <a:lstStyle/>
        <a:p>
          <a:r>
            <a:rPr lang="en-US" dirty="0"/>
            <a:t>Calculate average and median issue resolution time.</a:t>
          </a:r>
        </a:p>
      </dgm:t>
    </dgm:pt>
    <dgm:pt modelId="{6412ECB1-4A8E-9647-957B-844559710651}" type="sibTrans" cxnId="{2F57807D-820F-6C44-9A00-E532E19D21BE}">
      <dgm:prSet/>
      <dgm:spPr/>
      <dgm:t>
        <a:bodyPr/>
        <a:lstStyle/>
        <a:p>
          <a:endParaRPr lang="en-US"/>
        </a:p>
      </dgm:t>
    </dgm:pt>
    <dgm:pt modelId="{41560704-6EF3-C64D-B7F4-124D4C8FCCE6}" type="parTrans" cxnId="{2F57807D-820F-6C44-9A00-E532E19D21BE}">
      <dgm:prSet/>
      <dgm:spPr/>
      <dgm:t>
        <a:bodyPr/>
        <a:lstStyle/>
        <a:p>
          <a:endParaRPr lang="en-US"/>
        </a:p>
      </dgm:t>
    </dgm:pt>
    <dgm:pt modelId="{AABA06A4-E7D5-4FBE-925D-8C8A5C9F0501}">
      <dgm:prSet/>
      <dgm:spPr/>
      <dgm:t>
        <a:bodyPr/>
        <a:lstStyle/>
        <a:p>
          <a:r>
            <a:rPr lang="en-US" dirty="0"/>
            <a:t>One analysis must take an input and provide insight about the subset of issues relevant to that input</a:t>
          </a:r>
        </a:p>
      </dgm:t>
    </dgm:pt>
    <dgm:pt modelId="{9A4C6F5A-B7CD-41F2-BDD0-DB52EA2F375E}" type="sibTrans" cxnId="{9E52F212-F8F3-4D94-A1BA-7E99094E25BE}">
      <dgm:prSet/>
      <dgm:spPr/>
      <dgm:t>
        <a:bodyPr/>
        <a:lstStyle/>
        <a:p>
          <a:endParaRPr lang="en-US"/>
        </a:p>
      </dgm:t>
    </dgm:pt>
    <dgm:pt modelId="{524036D4-7F95-4CDF-A959-F9D4B5FA240D}" type="parTrans" cxnId="{9E52F212-F8F3-4D94-A1BA-7E99094E25BE}">
      <dgm:prSet/>
      <dgm:spPr/>
      <dgm:t>
        <a:bodyPr/>
        <a:lstStyle/>
        <a:p>
          <a:endParaRPr lang="en-US"/>
        </a:p>
      </dgm:t>
    </dgm:pt>
    <dgm:pt modelId="{8D044347-C795-4D9B-851A-70FEA3991443}">
      <dgm:prSet/>
      <dgm:spPr/>
      <dgm:t>
        <a:bodyPr/>
        <a:lstStyle/>
        <a:p>
          <a:r>
            <a:rPr lang="en-US" dirty="0"/>
            <a:t>At least 2 analyses must make use of charts</a:t>
          </a:r>
        </a:p>
      </dgm:t>
    </dgm:pt>
    <dgm:pt modelId="{252A8CE3-CAC6-4404-B56D-F092F4A5EB35}" type="sibTrans" cxnId="{548456C3-AF22-4A1A-AE70-E2F53FA128FD}">
      <dgm:prSet/>
      <dgm:spPr/>
      <dgm:t>
        <a:bodyPr/>
        <a:lstStyle/>
        <a:p>
          <a:endParaRPr lang="en-US"/>
        </a:p>
      </dgm:t>
    </dgm:pt>
    <dgm:pt modelId="{0A7BF0FE-828B-4E2C-80D5-C0760427309B}" type="parTrans" cxnId="{548456C3-AF22-4A1A-AE70-E2F53FA128FD}">
      <dgm:prSet/>
      <dgm:spPr/>
      <dgm:t>
        <a:bodyPr/>
        <a:lstStyle/>
        <a:p>
          <a:endParaRPr lang="en-US"/>
        </a:p>
      </dgm:t>
    </dgm:pt>
    <dgm:pt modelId="{4B8527E4-5790-964E-8E13-35054D8E018C}">
      <dgm:prSet/>
      <dgm:spPr/>
      <dgm:t>
        <a:bodyPr/>
        <a:lstStyle/>
        <a:p>
          <a:r>
            <a:rPr lang="en-US" dirty="0"/>
            <a:t>Build modular scripts for data preprocessing and analysis.</a:t>
          </a:r>
        </a:p>
      </dgm:t>
    </dgm:pt>
    <dgm:pt modelId="{7D628576-2793-6F4D-9FA0-06080453F979}" type="sibTrans" cxnId="{B18EAE95-BD10-9247-B003-26C8E1C8BDCA}">
      <dgm:prSet/>
      <dgm:spPr/>
      <dgm:t>
        <a:bodyPr/>
        <a:lstStyle/>
        <a:p>
          <a:endParaRPr lang="en-US"/>
        </a:p>
      </dgm:t>
    </dgm:pt>
    <dgm:pt modelId="{D144796A-48A2-9540-957D-9915415936F5}" type="parTrans" cxnId="{B18EAE95-BD10-9247-B003-26C8E1C8BDCA}">
      <dgm:prSet/>
      <dgm:spPr/>
      <dgm:t>
        <a:bodyPr/>
        <a:lstStyle/>
        <a:p>
          <a:endParaRPr lang="en-US"/>
        </a:p>
      </dgm:t>
    </dgm:pt>
    <dgm:pt modelId="{4C54EDF6-F592-144B-AADE-A5F490174240}" type="pres">
      <dgm:prSet presAssocID="{8F787207-90E1-4ABE-8C22-EA153597CA9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34A4AE4-9BAE-7443-A9D7-6531BBCAF319}" type="pres">
      <dgm:prSet presAssocID="{A98CF1BD-63F4-7042-B7B8-D27E205E74A1}" presName="hierRoot1" presStyleCnt="0"/>
      <dgm:spPr/>
    </dgm:pt>
    <dgm:pt modelId="{DEAAEFDB-330C-BE4C-8ECF-D81DC1FCFFD8}" type="pres">
      <dgm:prSet presAssocID="{A98CF1BD-63F4-7042-B7B8-D27E205E74A1}" presName="composite" presStyleCnt="0"/>
      <dgm:spPr/>
    </dgm:pt>
    <dgm:pt modelId="{754F743F-0ED3-E84D-8C79-94C78CAD5BC8}" type="pres">
      <dgm:prSet presAssocID="{A98CF1BD-63F4-7042-B7B8-D27E205E74A1}" presName="background" presStyleLbl="node0" presStyleIdx="0" presStyleCnt="1"/>
      <dgm:spPr/>
    </dgm:pt>
    <dgm:pt modelId="{156C349C-CAE4-6048-ABCE-C4949D52861E}" type="pres">
      <dgm:prSet presAssocID="{A98CF1BD-63F4-7042-B7B8-D27E205E74A1}" presName="text" presStyleLbl="fgAcc0" presStyleIdx="0" presStyleCnt="1">
        <dgm:presLayoutVars>
          <dgm:chPref val="3"/>
        </dgm:presLayoutVars>
      </dgm:prSet>
      <dgm:spPr/>
    </dgm:pt>
    <dgm:pt modelId="{04C44D5C-8DBA-2846-948B-F5056FD649EF}" type="pres">
      <dgm:prSet presAssocID="{A98CF1BD-63F4-7042-B7B8-D27E205E74A1}" presName="hierChild2" presStyleCnt="0"/>
      <dgm:spPr/>
    </dgm:pt>
    <dgm:pt modelId="{3E4070F9-68F6-9D46-926F-B958D1B72551}" type="pres">
      <dgm:prSet presAssocID="{2970DE26-CFC6-4EBE-BB9C-CACB84E7B428}" presName="Name10" presStyleLbl="parChTrans1D2" presStyleIdx="0" presStyleCnt="4"/>
      <dgm:spPr/>
    </dgm:pt>
    <dgm:pt modelId="{2CFCB349-707E-A24E-B5FB-1FF484E4729B}" type="pres">
      <dgm:prSet presAssocID="{BB9B156C-C751-4D23-9F70-59EB0B871FC8}" presName="hierRoot2" presStyleCnt="0"/>
      <dgm:spPr/>
    </dgm:pt>
    <dgm:pt modelId="{269208B7-7A80-0E47-9D6F-4D2E6006A54C}" type="pres">
      <dgm:prSet presAssocID="{BB9B156C-C751-4D23-9F70-59EB0B871FC8}" presName="composite2" presStyleCnt="0"/>
      <dgm:spPr/>
    </dgm:pt>
    <dgm:pt modelId="{FDBC8E8A-1B08-AE48-8A14-EB68554E6096}" type="pres">
      <dgm:prSet presAssocID="{BB9B156C-C751-4D23-9F70-59EB0B871FC8}" presName="background2" presStyleLbl="node2" presStyleIdx="0" presStyleCnt="4"/>
      <dgm:spPr/>
    </dgm:pt>
    <dgm:pt modelId="{2F2E03BC-AAA2-7F46-880E-C4424D4D30EC}" type="pres">
      <dgm:prSet presAssocID="{BB9B156C-C751-4D23-9F70-59EB0B871FC8}" presName="text2" presStyleLbl="fgAcc2" presStyleIdx="0" presStyleCnt="4">
        <dgm:presLayoutVars>
          <dgm:chPref val="3"/>
        </dgm:presLayoutVars>
      </dgm:prSet>
      <dgm:spPr/>
    </dgm:pt>
    <dgm:pt modelId="{E45AA840-3318-1048-B2CA-D93322E92640}" type="pres">
      <dgm:prSet presAssocID="{BB9B156C-C751-4D23-9F70-59EB0B871FC8}" presName="hierChild3" presStyleCnt="0"/>
      <dgm:spPr/>
    </dgm:pt>
    <dgm:pt modelId="{1F717C60-C57E-1241-931B-BF9CAE5A4067}" type="pres">
      <dgm:prSet presAssocID="{B904E8BA-61A7-B64B-84B6-452B5F211C0C}" presName="Name17" presStyleLbl="parChTrans1D3" presStyleIdx="0" presStyleCnt="3"/>
      <dgm:spPr/>
    </dgm:pt>
    <dgm:pt modelId="{24F93F0B-472C-B24C-AAF2-F235AF715B75}" type="pres">
      <dgm:prSet presAssocID="{FB0C3510-F833-C84C-B9B0-60D4FBC386FC}" presName="hierRoot3" presStyleCnt="0"/>
      <dgm:spPr/>
    </dgm:pt>
    <dgm:pt modelId="{E95790FD-3D47-4642-9342-109005AAA82C}" type="pres">
      <dgm:prSet presAssocID="{FB0C3510-F833-C84C-B9B0-60D4FBC386FC}" presName="composite3" presStyleCnt="0"/>
      <dgm:spPr/>
    </dgm:pt>
    <dgm:pt modelId="{CFEB3A69-7067-CA49-B3CA-F479F04D6F11}" type="pres">
      <dgm:prSet presAssocID="{FB0C3510-F833-C84C-B9B0-60D4FBC386FC}" presName="background3" presStyleLbl="node3" presStyleIdx="0" presStyleCnt="3"/>
      <dgm:spPr/>
    </dgm:pt>
    <dgm:pt modelId="{30739923-086F-4F41-AC31-393F5F081331}" type="pres">
      <dgm:prSet presAssocID="{FB0C3510-F833-C84C-B9B0-60D4FBC386FC}" presName="text3" presStyleLbl="fgAcc3" presStyleIdx="0" presStyleCnt="3">
        <dgm:presLayoutVars>
          <dgm:chPref val="3"/>
        </dgm:presLayoutVars>
      </dgm:prSet>
      <dgm:spPr/>
    </dgm:pt>
    <dgm:pt modelId="{66B96FEB-BB9C-2D47-BE3C-4D58CFBC4767}" type="pres">
      <dgm:prSet presAssocID="{FB0C3510-F833-C84C-B9B0-60D4FBC386FC}" presName="hierChild4" presStyleCnt="0"/>
      <dgm:spPr/>
    </dgm:pt>
    <dgm:pt modelId="{7C402EC4-2F63-A84F-8C1C-280C54BC339E}" type="pres">
      <dgm:prSet presAssocID="{D0F10C80-4362-F141-A02A-519A2F7020FB}" presName="Name17" presStyleLbl="parChTrans1D3" presStyleIdx="1" presStyleCnt="3"/>
      <dgm:spPr/>
    </dgm:pt>
    <dgm:pt modelId="{D94C6F30-4671-C642-9019-C31E0B93465D}" type="pres">
      <dgm:prSet presAssocID="{E3F66D79-BEF0-4D4A-9346-6C0D5A15C145}" presName="hierRoot3" presStyleCnt="0"/>
      <dgm:spPr/>
    </dgm:pt>
    <dgm:pt modelId="{5BDB3286-F13F-AF46-BDB5-A5A599827588}" type="pres">
      <dgm:prSet presAssocID="{E3F66D79-BEF0-4D4A-9346-6C0D5A15C145}" presName="composite3" presStyleCnt="0"/>
      <dgm:spPr/>
    </dgm:pt>
    <dgm:pt modelId="{EE5D1417-DAE8-3B42-BF09-8BF318003E11}" type="pres">
      <dgm:prSet presAssocID="{E3F66D79-BEF0-4D4A-9346-6C0D5A15C145}" presName="background3" presStyleLbl="node3" presStyleIdx="1" presStyleCnt="3"/>
      <dgm:spPr/>
    </dgm:pt>
    <dgm:pt modelId="{F0519D01-0148-C244-80DD-F8C1441CE486}" type="pres">
      <dgm:prSet presAssocID="{E3F66D79-BEF0-4D4A-9346-6C0D5A15C145}" presName="text3" presStyleLbl="fgAcc3" presStyleIdx="1" presStyleCnt="3">
        <dgm:presLayoutVars>
          <dgm:chPref val="3"/>
        </dgm:presLayoutVars>
      </dgm:prSet>
      <dgm:spPr/>
    </dgm:pt>
    <dgm:pt modelId="{83C7555B-A54A-9945-A027-D3A369BFCC6C}" type="pres">
      <dgm:prSet presAssocID="{E3F66D79-BEF0-4D4A-9346-6C0D5A15C145}" presName="hierChild4" presStyleCnt="0"/>
      <dgm:spPr/>
    </dgm:pt>
    <dgm:pt modelId="{FD68531B-424C-6D4B-A6C5-480AFA3373CA}" type="pres">
      <dgm:prSet presAssocID="{41560704-6EF3-C64D-B7F4-124D4C8FCCE6}" presName="Name17" presStyleLbl="parChTrans1D3" presStyleIdx="2" presStyleCnt="3"/>
      <dgm:spPr/>
    </dgm:pt>
    <dgm:pt modelId="{18185033-F208-4B41-8F57-C538640A8D21}" type="pres">
      <dgm:prSet presAssocID="{129611A1-903D-BA4C-9003-A8DE7C5996C9}" presName="hierRoot3" presStyleCnt="0"/>
      <dgm:spPr/>
    </dgm:pt>
    <dgm:pt modelId="{847D51F3-2C09-C24F-86B1-5C352FD6E431}" type="pres">
      <dgm:prSet presAssocID="{129611A1-903D-BA4C-9003-A8DE7C5996C9}" presName="composite3" presStyleCnt="0"/>
      <dgm:spPr/>
    </dgm:pt>
    <dgm:pt modelId="{1940B432-E5C6-2E4B-89EE-4803F99D3838}" type="pres">
      <dgm:prSet presAssocID="{129611A1-903D-BA4C-9003-A8DE7C5996C9}" presName="background3" presStyleLbl="node3" presStyleIdx="2" presStyleCnt="3"/>
      <dgm:spPr/>
    </dgm:pt>
    <dgm:pt modelId="{74DD3A1C-560F-FB4F-8E6B-A639F035D468}" type="pres">
      <dgm:prSet presAssocID="{129611A1-903D-BA4C-9003-A8DE7C5996C9}" presName="text3" presStyleLbl="fgAcc3" presStyleIdx="2" presStyleCnt="3">
        <dgm:presLayoutVars>
          <dgm:chPref val="3"/>
        </dgm:presLayoutVars>
      </dgm:prSet>
      <dgm:spPr/>
    </dgm:pt>
    <dgm:pt modelId="{DCC5A9EE-41E4-284C-ADAD-90895C186DAC}" type="pres">
      <dgm:prSet presAssocID="{129611A1-903D-BA4C-9003-A8DE7C5996C9}" presName="hierChild4" presStyleCnt="0"/>
      <dgm:spPr/>
    </dgm:pt>
    <dgm:pt modelId="{4CFE5D37-C390-304B-A21C-A1BBC679DE72}" type="pres">
      <dgm:prSet presAssocID="{524036D4-7F95-4CDF-A959-F9D4B5FA240D}" presName="Name10" presStyleLbl="parChTrans1D2" presStyleIdx="1" presStyleCnt="4"/>
      <dgm:spPr/>
    </dgm:pt>
    <dgm:pt modelId="{666A354F-854D-C94A-9ADC-7A20E5F26D00}" type="pres">
      <dgm:prSet presAssocID="{AABA06A4-E7D5-4FBE-925D-8C8A5C9F0501}" presName="hierRoot2" presStyleCnt="0"/>
      <dgm:spPr/>
    </dgm:pt>
    <dgm:pt modelId="{FB4E84D7-DD41-504E-A6F7-511D5062B2B4}" type="pres">
      <dgm:prSet presAssocID="{AABA06A4-E7D5-4FBE-925D-8C8A5C9F0501}" presName="composite2" presStyleCnt="0"/>
      <dgm:spPr/>
    </dgm:pt>
    <dgm:pt modelId="{0589A7A8-E145-E048-A2AF-E6BC2FEE9994}" type="pres">
      <dgm:prSet presAssocID="{AABA06A4-E7D5-4FBE-925D-8C8A5C9F0501}" presName="background2" presStyleLbl="node2" presStyleIdx="1" presStyleCnt="4"/>
      <dgm:spPr/>
    </dgm:pt>
    <dgm:pt modelId="{5919B130-8E32-AD40-8347-E27DC4F09C28}" type="pres">
      <dgm:prSet presAssocID="{AABA06A4-E7D5-4FBE-925D-8C8A5C9F0501}" presName="text2" presStyleLbl="fgAcc2" presStyleIdx="1" presStyleCnt="4">
        <dgm:presLayoutVars>
          <dgm:chPref val="3"/>
        </dgm:presLayoutVars>
      </dgm:prSet>
      <dgm:spPr/>
    </dgm:pt>
    <dgm:pt modelId="{BE1361F8-D5CE-2B41-BBAE-3CB63149E3E5}" type="pres">
      <dgm:prSet presAssocID="{AABA06A4-E7D5-4FBE-925D-8C8A5C9F0501}" presName="hierChild3" presStyleCnt="0"/>
      <dgm:spPr/>
    </dgm:pt>
    <dgm:pt modelId="{83FE341B-FFE2-FB44-93D3-491206528D9E}" type="pres">
      <dgm:prSet presAssocID="{0A7BF0FE-828B-4E2C-80D5-C0760427309B}" presName="Name10" presStyleLbl="parChTrans1D2" presStyleIdx="2" presStyleCnt="4"/>
      <dgm:spPr/>
    </dgm:pt>
    <dgm:pt modelId="{632C3275-0714-7548-BD58-DA73B548495E}" type="pres">
      <dgm:prSet presAssocID="{8D044347-C795-4D9B-851A-70FEA3991443}" presName="hierRoot2" presStyleCnt="0"/>
      <dgm:spPr/>
    </dgm:pt>
    <dgm:pt modelId="{2404CFF0-93BC-9645-87E0-9CFF7FB0A816}" type="pres">
      <dgm:prSet presAssocID="{8D044347-C795-4D9B-851A-70FEA3991443}" presName="composite2" presStyleCnt="0"/>
      <dgm:spPr/>
    </dgm:pt>
    <dgm:pt modelId="{715D3EF2-CDA0-4A4E-A26E-DC088F69415B}" type="pres">
      <dgm:prSet presAssocID="{8D044347-C795-4D9B-851A-70FEA3991443}" presName="background2" presStyleLbl="node2" presStyleIdx="2" presStyleCnt="4"/>
      <dgm:spPr/>
    </dgm:pt>
    <dgm:pt modelId="{29CAD998-7085-5941-A129-FB14C996C21D}" type="pres">
      <dgm:prSet presAssocID="{8D044347-C795-4D9B-851A-70FEA3991443}" presName="text2" presStyleLbl="fgAcc2" presStyleIdx="2" presStyleCnt="4">
        <dgm:presLayoutVars>
          <dgm:chPref val="3"/>
        </dgm:presLayoutVars>
      </dgm:prSet>
      <dgm:spPr/>
    </dgm:pt>
    <dgm:pt modelId="{77F76E95-6677-D94C-830D-C114CDF6B56A}" type="pres">
      <dgm:prSet presAssocID="{8D044347-C795-4D9B-851A-70FEA3991443}" presName="hierChild3" presStyleCnt="0"/>
      <dgm:spPr/>
    </dgm:pt>
    <dgm:pt modelId="{3CD40198-ABCE-0641-B1F6-B910BB3BCD8D}" type="pres">
      <dgm:prSet presAssocID="{D144796A-48A2-9540-957D-9915415936F5}" presName="Name10" presStyleLbl="parChTrans1D2" presStyleIdx="3" presStyleCnt="4"/>
      <dgm:spPr/>
    </dgm:pt>
    <dgm:pt modelId="{9FD4AD0C-F61D-EA42-A1EE-CD65E4E83E20}" type="pres">
      <dgm:prSet presAssocID="{4B8527E4-5790-964E-8E13-35054D8E018C}" presName="hierRoot2" presStyleCnt="0"/>
      <dgm:spPr/>
    </dgm:pt>
    <dgm:pt modelId="{895E6167-7722-A546-9F9B-9282C2B3D875}" type="pres">
      <dgm:prSet presAssocID="{4B8527E4-5790-964E-8E13-35054D8E018C}" presName="composite2" presStyleCnt="0"/>
      <dgm:spPr/>
    </dgm:pt>
    <dgm:pt modelId="{DB8B9645-75DE-A842-8CF0-713DB0F3733E}" type="pres">
      <dgm:prSet presAssocID="{4B8527E4-5790-964E-8E13-35054D8E018C}" presName="background2" presStyleLbl="node2" presStyleIdx="3" presStyleCnt="4"/>
      <dgm:spPr/>
    </dgm:pt>
    <dgm:pt modelId="{89441275-847C-2C49-9D40-68F598D8F837}" type="pres">
      <dgm:prSet presAssocID="{4B8527E4-5790-964E-8E13-35054D8E018C}" presName="text2" presStyleLbl="fgAcc2" presStyleIdx="3" presStyleCnt="4">
        <dgm:presLayoutVars>
          <dgm:chPref val="3"/>
        </dgm:presLayoutVars>
      </dgm:prSet>
      <dgm:spPr/>
    </dgm:pt>
    <dgm:pt modelId="{DB921941-A74F-144A-A3A1-63A9FE05CA9F}" type="pres">
      <dgm:prSet presAssocID="{4B8527E4-5790-964E-8E13-35054D8E018C}" presName="hierChild3" presStyleCnt="0"/>
      <dgm:spPr/>
    </dgm:pt>
  </dgm:ptLst>
  <dgm:cxnLst>
    <dgm:cxn modelId="{9E52F212-F8F3-4D94-A1BA-7E99094E25BE}" srcId="{A98CF1BD-63F4-7042-B7B8-D27E205E74A1}" destId="{AABA06A4-E7D5-4FBE-925D-8C8A5C9F0501}" srcOrd="1" destOrd="0" parTransId="{524036D4-7F95-4CDF-A959-F9D4B5FA240D}" sibTransId="{9A4C6F5A-B7CD-41F2-BDD0-DB52EA2F375E}"/>
    <dgm:cxn modelId="{ACEA4B25-A127-D74F-8C81-48C3D800BC19}" type="presOf" srcId="{D144796A-48A2-9540-957D-9915415936F5}" destId="{3CD40198-ABCE-0641-B1F6-B910BB3BCD8D}" srcOrd="0" destOrd="0" presId="urn:microsoft.com/office/officeart/2005/8/layout/hierarchy1"/>
    <dgm:cxn modelId="{A7526254-569B-AB4D-977E-F3296B8557AC}" type="presOf" srcId="{8D044347-C795-4D9B-851A-70FEA3991443}" destId="{29CAD998-7085-5941-A129-FB14C996C21D}" srcOrd="0" destOrd="0" presId="urn:microsoft.com/office/officeart/2005/8/layout/hierarchy1"/>
    <dgm:cxn modelId="{64726463-8FA2-4043-A0A9-F2DACECEA794}" type="presOf" srcId="{2970DE26-CFC6-4EBE-BB9C-CACB84E7B428}" destId="{3E4070F9-68F6-9D46-926F-B958D1B72551}" srcOrd="0" destOrd="0" presId="urn:microsoft.com/office/officeart/2005/8/layout/hierarchy1"/>
    <dgm:cxn modelId="{2F57807D-820F-6C44-9A00-E532E19D21BE}" srcId="{BB9B156C-C751-4D23-9F70-59EB0B871FC8}" destId="{129611A1-903D-BA4C-9003-A8DE7C5996C9}" srcOrd="2" destOrd="0" parTransId="{41560704-6EF3-C64D-B7F4-124D4C8FCCE6}" sibTransId="{6412ECB1-4A8E-9647-957B-844559710651}"/>
    <dgm:cxn modelId="{8C5A0F82-8B13-2D47-94A2-799664F5421F}" srcId="{BB9B156C-C751-4D23-9F70-59EB0B871FC8}" destId="{FB0C3510-F833-C84C-B9B0-60D4FBC386FC}" srcOrd="0" destOrd="0" parTransId="{B904E8BA-61A7-B64B-84B6-452B5F211C0C}" sibTransId="{0756336C-8EEE-0545-882A-096D6FB3A1DD}"/>
    <dgm:cxn modelId="{B18EAE95-BD10-9247-B003-26C8E1C8BDCA}" srcId="{A98CF1BD-63F4-7042-B7B8-D27E205E74A1}" destId="{4B8527E4-5790-964E-8E13-35054D8E018C}" srcOrd="3" destOrd="0" parTransId="{D144796A-48A2-9540-957D-9915415936F5}" sibTransId="{7D628576-2793-6F4D-9FA0-06080453F979}"/>
    <dgm:cxn modelId="{70D2C6A0-DB01-4B34-B38B-0BD509374067}" srcId="{A98CF1BD-63F4-7042-B7B8-D27E205E74A1}" destId="{BB9B156C-C751-4D23-9F70-59EB0B871FC8}" srcOrd="0" destOrd="0" parTransId="{2970DE26-CFC6-4EBE-BB9C-CACB84E7B428}" sibTransId="{496D7A9D-95A2-4B66-8749-94F7F248562B}"/>
    <dgm:cxn modelId="{9C29F8AC-E456-394E-82DF-24BD058267F5}" type="presOf" srcId="{8F787207-90E1-4ABE-8C22-EA153597CA9C}" destId="{4C54EDF6-F592-144B-AADE-A5F490174240}" srcOrd="0" destOrd="0" presId="urn:microsoft.com/office/officeart/2005/8/layout/hierarchy1"/>
    <dgm:cxn modelId="{8219EEAF-66AD-B241-B607-022E9939EEE3}" type="presOf" srcId="{0A7BF0FE-828B-4E2C-80D5-C0760427309B}" destId="{83FE341B-FFE2-FB44-93D3-491206528D9E}" srcOrd="0" destOrd="0" presId="urn:microsoft.com/office/officeart/2005/8/layout/hierarchy1"/>
    <dgm:cxn modelId="{862F97B2-3B66-A649-B13E-99A34A276EB6}" type="presOf" srcId="{BB9B156C-C751-4D23-9F70-59EB0B871FC8}" destId="{2F2E03BC-AAA2-7F46-880E-C4424D4D30EC}" srcOrd="0" destOrd="0" presId="urn:microsoft.com/office/officeart/2005/8/layout/hierarchy1"/>
    <dgm:cxn modelId="{D46458B8-851E-6F4E-B9D3-E21E4312ECA9}" type="presOf" srcId="{4B8527E4-5790-964E-8E13-35054D8E018C}" destId="{89441275-847C-2C49-9D40-68F598D8F837}" srcOrd="0" destOrd="0" presId="urn:microsoft.com/office/officeart/2005/8/layout/hierarchy1"/>
    <dgm:cxn modelId="{B449A0BA-CACE-C249-BE71-F9C9D78957D8}" type="presOf" srcId="{E3F66D79-BEF0-4D4A-9346-6C0D5A15C145}" destId="{F0519D01-0148-C244-80DD-F8C1441CE486}" srcOrd="0" destOrd="0" presId="urn:microsoft.com/office/officeart/2005/8/layout/hierarchy1"/>
    <dgm:cxn modelId="{DBDF2FBB-3FFC-A84F-8D75-AC442A5B9F2F}" srcId="{BB9B156C-C751-4D23-9F70-59EB0B871FC8}" destId="{E3F66D79-BEF0-4D4A-9346-6C0D5A15C145}" srcOrd="1" destOrd="0" parTransId="{D0F10C80-4362-F141-A02A-519A2F7020FB}" sibTransId="{E4DD826B-E62A-1C41-B182-962FE15012F3}"/>
    <dgm:cxn modelId="{11AE38BC-5A01-6D4E-A358-1C97DC18ABFD}" srcId="{8F787207-90E1-4ABE-8C22-EA153597CA9C}" destId="{A98CF1BD-63F4-7042-B7B8-D27E205E74A1}" srcOrd="0" destOrd="0" parTransId="{5DB4E89B-3F46-D54E-9939-2C6368A0030C}" sibTransId="{B892B576-0BF8-EB4F-9092-7B6EE55FCB93}"/>
    <dgm:cxn modelId="{548456C3-AF22-4A1A-AE70-E2F53FA128FD}" srcId="{A98CF1BD-63F4-7042-B7B8-D27E205E74A1}" destId="{8D044347-C795-4D9B-851A-70FEA3991443}" srcOrd="2" destOrd="0" parTransId="{0A7BF0FE-828B-4E2C-80D5-C0760427309B}" sibTransId="{252A8CE3-CAC6-4404-B56D-F092F4A5EB35}"/>
    <dgm:cxn modelId="{761B55C6-0531-1646-839A-DE205CAFA8B7}" type="presOf" srcId="{FB0C3510-F833-C84C-B9B0-60D4FBC386FC}" destId="{30739923-086F-4F41-AC31-393F5F081331}" srcOrd="0" destOrd="0" presId="urn:microsoft.com/office/officeart/2005/8/layout/hierarchy1"/>
    <dgm:cxn modelId="{6D4CBDD0-2E0B-8346-92C8-97CAC187312F}" type="presOf" srcId="{AABA06A4-E7D5-4FBE-925D-8C8A5C9F0501}" destId="{5919B130-8E32-AD40-8347-E27DC4F09C28}" srcOrd="0" destOrd="0" presId="urn:microsoft.com/office/officeart/2005/8/layout/hierarchy1"/>
    <dgm:cxn modelId="{C5FDD5D4-4625-CF45-A7D5-76F43BB64A13}" type="presOf" srcId="{B904E8BA-61A7-B64B-84B6-452B5F211C0C}" destId="{1F717C60-C57E-1241-931B-BF9CAE5A4067}" srcOrd="0" destOrd="0" presId="urn:microsoft.com/office/officeart/2005/8/layout/hierarchy1"/>
    <dgm:cxn modelId="{A768D6E3-BCD8-9C45-A4F1-93654A12FB9C}" type="presOf" srcId="{D0F10C80-4362-F141-A02A-519A2F7020FB}" destId="{7C402EC4-2F63-A84F-8C1C-280C54BC339E}" srcOrd="0" destOrd="0" presId="urn:microsoft.com/office/officeart/2005/8/layout/hierarchy1"/>
    <dgm:cxn modelId="{263121E5-662F-A449-AA07-92D5960F749A}" type="presOf" srcId="{A98CF1BD-63F4-7042-B7B8-D27E205E74A1}" destId="{156C349C-CAE4-6048-ABCE-C4949D52861E}" srcOrd="0" destOrd="0" presId="urn:microsoft.com/office/officeart/2005/8/layout/hierarchy1"/>
    <dgm:cxn modelId="{580120E8-722A-664D-9FFD-C44CF1570930}" type="presOf" srcId="{41560704-6EF3-C64D-B7F4-124D4C8FCCE6}" destId="{FD68531B-424C-6D4B-A6C5-480AFA3373CA}" srcOrd="0" destOrd="0" presId="urn:microsoft.com/office/officeart/2005/8/layout/hierarchy1"/>
    <dgm:cxn modelId="{209058EC-3843-C941-936D-48F27275294A}" type="presOf" srcId="{129611A1-903D-BA4C-9003-A8DE7C5996C9}" destId="{74DD3A1C-560F-FB4F-8E6B-A639F035D468}" srcOrd="0" destOrd="0" presId="urn:microsoft.com/office/officeart/2005/8/layout/hierarchy1"/>
    <dgm:cxn modelId="{98A56AFE-A9BD-A848-B0E3-92C243D983C1}" type="presOf" srcId="{524036D4-7F95-4CDF-A959-F9D4B5FA240D}" destId="{4CFE5D37-C390-304B-A21C-A1BBC679DE72}" srcOrd="0" destOrd="0" presId="urn:microsoft.com/office/officeart/2005/8/layout/hierarchy1"/>
    <dgm:cxn modelId="{77D44AF6-2240-6941-B4D5-AEE91690AB36}" type="presParOf" srcId="{4C54EDF6-F592-144B-AADE-A5F490174240}" destId="{F34A4AE4-9BAE-7443-A9D7-6531BBCAF319}" srcOrd="0" destOrd="0" presId="urn:microsoft.com/office/officeart/2005/8/layout/hierarchy1"/>
    <dgm:cxn modelId="{C82D735E-5BE7-AE46-97E0-339C8E78A0B5}" type="presParOf" srcId="{F34A4AE4-9BAE-7443-A9D7-6531BBCAF319}" destId="{DEAAEFDB-330C-BE4C-8ECF-D81DC1FCFFD8}" srcOrd="0" destOrd="0" presId="urn:microsoft.com/office/officeart/2005/8/layout/hierarchy1"/>
    <dgm:cxn modelId="{F29F63F1-FDB5-4947-9874-62BDEA86B94E}" type="presParOf" srcId="{DEAAEFDB-330C-BE4C-8ECF-D81DC1FCFFD8}" destId="{754F743F-0ED3-E84D-8C79-94C78CAD5BC8}" srcOrd="0" destOrd="0" presId="urn:microsoft.com/office/officeart/2005/8/layout/hierarchy1"/>
    <dgm:cxn modelId="{4AD164B0-98F7-7246-B634-5FB43BB1DCE9}" type="presParOf" srcId="{DEAAEFDB-330C-BE4C-8ECF-D81DC1FCFFD8}" destId="{156C349C-CAE4-6048-ABCE-C4949D52861E}" srcOrd="1" destOrd="0" presId="urn:microsoft.com/office/officeart/2005/8/layout/hierarchy1"/>
    <dgm:cxn modelId="{32F1FB55-033E-0F4D-BA17-796ABA8566F1}" type="presParOf" srcId="{F34A4AE4-9BAE-7443-A9D7-6531BBCAF319}" destId="{04C44D5C-8DBA-2846-948B-F5056FD649EF}" srcOrd="1" destOrd="0" presId="urn:microsoft.com/office/officeart/2005/8/layout/hierarchy1"/>
    <dgm:cxn modelId="{7A8A5A1C-C1FA-2649-8924-F7C5B204CBCF}" type="presParOf" srcId="{04C44D5C-8DBA-2846-948B-F5056FD649EF}" destId="{3E4070F9-68F6-9D46-926F-B958D1B72551}" srcOrd="0" destOrd="0" presId="urn:microsoft.com/office/officeart/2005/8/layout/hierarchy1"/>
    <dgm:cxn modelId="{E0EBAB63-101F-514D-B0B2-FF101C3E7AC3}" type="presParOf" srcId="{04C44D5C-8DBA-2846-948B-F5056FD649EF}" destId="{2CFCB349-707E-A24E-B5FB-1FF484E4729B}" srcOrd="1" destOrd="0" presId="urn:microsoft.com/office/officeart/2005/8/layout/hierarchy1"/>
    <dgm:cxn modelId="{131900F7-9EE9-8244-842F-6067FCA9BC0D}" type="presParOf" srcId="{2CFCB349-707E-A24E-B5FB-1FF484E4729B}" destId="{269208B7-7A80-0E47-9D6F-4D2E6006A54C}" srcOrd="0" destOrd="0" presId="urn:microsoft.com/office/officeart/2005/8/layout/hierarchy1"/>
    <dgm:cxn modelId="{1E440CE0-DE2F-5D4E-8887-597B0C7BA666}" type="presParOf" srcId="{269208B7-7A80-0E47-9D6F-4D2E6006A54C}" destId="{FDBC8E8A-1B08-AE48-8A14-EB68554E6096}" srcOrd="0" destOrd="0" presId="urn:microsoft.com/office/officeart/2005/8/layout/hierarchy1"/>
    <dgm:cxn modelId="{65B3BEB2-3014-A244-B22C-1AA8F71EAFB5}" type="presParOf" srcId="{269208B7-7A80-0E47-9D6F-4D2E6006A54C}" destId="{2F2E03BC-AAA2-7F46-880E-C4424D4D30EC}" srcOrd="1" destOrd="0" presId="urn:microsoft.com/office/officeart/2005/8/layout/hierarchy1"/>
    <dgm:cxn modelId="{50852CEC-A846-1A48-9954-B0205CB1BF4D}" type="presParOf" srcId="{2CFCB349-707E-A24E-B5FB-1FF484E4729B}" destId="{E45AA840-3318-1048-B2CA-D93322E92640}" srcOrd="1" destOrd="0" presId="urn:microsoft.com/office/officeart/2005/8/layout/hierarchy1"/>
    <dgm:cxn modelId="{568011D9-6CAD-1542-82BB-834137024F23}" type="presParOf" srcId="{E45AA840-3318-1048-B2CA-D93322E92640}" destId="{1F717C60-C57E-1241-931B-BF9CAE5A4067}" srcOrd="0" destOrd="0" presId="urn:microsoft.com/office/officeart/2005/8/layout/hierarchy1"/>
    <dgm:cxn modelId="{A6B415E0-66AE-C847-88F4-30B281EF79E2}" type="presParOf" srcId="{E45AA840-3318-1048-B2CA-D93322E92640}" destId="{24F93F0B-472C-B24C-AAF2-F235AF715B75}" srcOrd="1" destOrd="0" presId="urn:microsoft.com/office/officeart/2005/8/layout/hierarchy1"/>
    <dgm:cxn modelId="{2CB52A72-E425-0E49-8DC7-31292C45F37D}" type="presParOf" srcId="{24F93F0B-472C-B24C-AAF2-F235AF715B75}" destId="{E95790FD-3D47-4642-9342-109005AAA82C}" srcOrd="0" destOrd="0" presId="urn:microsoft.com/office/officeart/2005/8/layout/hierarchy1"/>
    <dgm:cxn modelId="{73665705-37A7-8D42-B514-0740CADB7627}" type="presParOf" srcId="{E95790FD-3D47-4642-9342-109005AAA82C}" destId="{CFEB3A69-7067-CA49-B3CA-F479F04D6F11}" srcOrd="0" destOrd="0" presId="urn:microsoft.com/office/officeart/2005/8/layout/hierarchy1"/>
    <dgm:cxn modelId="{8276C743-2137-2942-AADA-B77BF27E140D}" type="presParOf" srcId="{E95790FD-3D47-4642-9342-109005AAA82C}" destId="{30739923-086F-4F41-AC31-393F5F081331}" srcOrd="1" destOrd="0" presId="urn:microsoft.com/office/officeart/2005/8/layout/hierarchy1"/>
    <dgm:cxn modelId="{9A36F8FA-E75B-044B-A437-8D6BAD673195}" type="presParOf" srcId="{24F93F0B-472C-B24C-AAF2-F235AF715B75}" destId="{66B96FEB-BB9C-2D47-BE3C-4D58CFBC4767}" srcOrd="1" destOrd="0" presId="urn:microsoft.com/office/officeart/2005/8/layout/hierarchy1"/>
    <dgm:cxn modelId="{B8E443C4-F8C9-DB4F-9C46-54727AE1988B}" type="presParOf" srcId="{E45AA840-3318-1048-B2CA-D93322E92640}" destId="{7C402EC4-2F63-A84F-8C1C-280C54BC339E}" srcOrd="2" destOrd="0" presId="urn:microsoft.com/office/officeart/2005/8/layout/hierarchy1"/>
    <dgm:cxn modelId="{5688700C-C4A2-C448-9CF7-F47DB3696779}" type="presParOf" srcId="{E45AA840-3318-1048-B2CA-D93322E92640}" destId="{D94C6F30-4671-C642-9019-C31E0B93465D}" srcOrd="3" destOrd="0" presId="urn:microsoft.com/office/officeart/2005/8/layout/hierarchy1"/>
    <dgm:cxn modelId="{4A0A9DC9-195B-2D46-A421-DDAEAD1CCC2A}" type="presParOf" srcId="{D94C6F30-4671-C642-9019-C31E0B93465D}" destId="{5BDB3286-F13F-AF46-BDB5-A5A599827588}" srcOrd="0" destOrd="0" presId="urn:microsoft.com/office/officeart/2005/8/layout/hierarchy1"/>
    <dgm:cxn modelId="{116F58FC-46AE-A54E-8232-124593E80BCC}" type="presParOf" srcId="{5BDB3286-F13F-AF46-BDB5-A5A599827588}" destId="{EE5D1417-DAE8-3B42-BF09-8BF318003E11}" srcOrd="0" destOrd="0" presId="urn:microsoft.com/office/officeart/2005/8/layout/hierarchy1"/>
    <dgm:cxn modelId="{4CCBCB41-D93C-164B-B080-475954487DC0}" type="presParOf" srcId="{5BDB3286-F13F-AF46-BDB5-A5A599827588}" destId="{F0519D01-0148-C244-80DD-F8C1441CE486}" srcOrd="1" destOrd="0" presId="urn:microsoft.com/office/officeart/2005/8/layout/hierarchy1"/>
    <dgm:cxn modelId="{BF809CF2-4550-0148-B346-B7C5D2D8750D}" type="presParOf" srcId="{D94C6F30-4671-C642-9019-C31E0B93465D}" destId="{83C7555B-A54A-9945-A027-D3A369BFCC6C}" srcOrd="1" destOrd="0" presId="urn:microsoft.com/office/officeart/2005/8/layout/hierarchy1"/>
    <dgm:cxn modelId="{53BE2A14-30F4-114B-847C-941237F94DE9}" type="presParOf" srcId="{E45AA840-3318-1048-B2CA-D93322E92640}" destId="{FD68531B-424C-6D4B-A6C5-480AFA3373CA}" srcOrd="4" destOrd="0" presId="urn:microsoft.com/office/officeart/2005/8/layout/hierarchy1"/>
    <dgm:cxn modelId="{0987E828-F4C3-1741-8079-CFA133142677}" type="presParOf" srcId="{E45AA840-3318-1048-B2CA-D93322E92640}" destId="{18185033-F208-4B41-8F57-C538640A8D21}" srcOrd="5" destOrd="0" presId="urn:microsoft.com/office/officeart/2005/8/layout/hierarchy1"/>
    <dgm:cxn modelId="{656EE49F-F68C-6A4C-B293-B2CC01BD451F}" type="presParOf" srcId="{18185033-F208-4B41-8F57-C538640A8D21}" destId="{847D51F3-2C09-C24F-86B1-5C352FD6E431}" srcOrd="0" destOrd="0" presId="urn:microsoft.com/office/officeart/2005/8/layout/hierarchy1"/>
    <dgm:cxn modelId="{19D4DF94-220B-E149-A496-BC4009C1B1C8}" type="presParOf" srcId="{847D51F3-2C09-C24F-86B1-5C352FD6E431}" destId="{1940B432-E5C6-2E4B-89EE-4803F99D3838}" srcOrd="0" destOrd="0" presId="urn:microsoft.com/office/officeart/2005/8/layout/hierarchy1"/>
    <dgm:cxn modelId="{F76128EB-90AA-6B4F-8C5D-13A70D1D4618}" type="presParOf" srcId="{847D51F3-2C09-C24F-86B1-5C352FD6E431}" destId="{74DD3A1C-560F-FB4F-8E6B-A639F035D468}" srcOrd="1" destOrd="0" presId="urn:microsoft.com/office/officeart/2005/8/layout/hierarchy1"/>
    <dgm:cxn modelId="{587A796A-AF10-3543-91B1-A128F4D5BCAD}" type="presParOf" srcId="{18185033-F208-4B41-8F57-C538640A8D21}" destId="{DCC5A9EE-41E4-284C-ADAD-90895C186DAC}" srcOrd="1" destOrd="0" presId="urn:microsoft.com/office/officeart/2005/8/layout/hierarchy1"/>
    <dgm:cxn modelId="{BA9ADC74-4F3E-CE4C-A965-F5A9768316A5}" type="presParOf" srcId="{04C44D5C-8DBA-2846-948B-F5056FD649EF}" destId="{4CFE5D37-C390-304B-A21C-A1BBC679DE72}" srcOrd="2" destOrd="0" presId="urn:microsoft.com/office/officeart/2005/8/layout/hierarchy1"/>
    <dgm:cxn modelId="{3D7C1AF9-CA59-1442-B7F9-96AADAD0ADC1}" type="presParOf" srcId="{04C44D5C-8DBA-2846-948B-F5056FD649EF}" destId="{666A354F-854D-C94A-9ADC-7A20E5F26D00}" srcOrd="3" destOrd="0" presId="urn:microsoft.com/office/officeart/2005/8/layout/hierarchy1"/>
    <dgm:cxn modelId="{0EC6F5CC-B292-8D44-B433-1C032BC96328}" type="presParOf" srcId="{666A354F-854D-C94A-9ADC-7A20E5F26D00}" destId="{FB4E84D7-DD41-504E-A6F7-511D5062B2B4}" srcOrd="0" destOrd="0" presId="urn:microsoft.com/office/officeart/2005/8/layout/hierarchy1"/>
    <dgm:cxn modelId="{030A2AAD-B63C-2443-9D79-F5BF6C4AB7EC}" type="presParOf" srcId="{FB4E84D7-DD41-504E-A6F7-511D5062B2B4}" destId="{0589A7A8-E145-E048-A2AF-E6BC2FEE9994}" srcOrd="0" destOrd="0" presId="urn:microsoft.com/office/officeart/2005/8/layout/hierarchy1"/>
    <dgm:cxn modelId="{6E3C5FE8-0B00-7F4D-8242-18ED95ABF73D}" type="presParOf" srcId="{FB4E84D7-DD41-504E-A6F7-511D5062B2B4}" destId="{5919B130-8E32-AD40-8347-E27DC4F09C28}" srcOrd="1" destOrd="0" presId="urn:microsoft.com/office/officeart/2005/8/layout/hierarchy1"/>
    <dgm:cxn modelId="{48FC80FA-F969-0446-BED2-843AAC5A6104}" type="presParOf" srcId="{666A354F-854D-C94A-9ADC-7A20E5F26D00}" destId="{BE1361F8-D5CE-2B41-BBAE-3CB63149E3E5}" srcOrd="1" destOrd="0" presId="urn:microsoft.com/office/officeart/2005/8/layout/hierarchy1"/>
    <dgm:cxn modelId="{C09835A1-24B0-BB49-9325-2EC14196E01A}" type="presParOf" srcId="{04C44D5C-8DBA-2846-948B-F5056FD649EF}" destId="{83FE341B-FFE2-FB44-93D3-491206528D9E}" srcOrd="4" destOrd="0" presId="urn:microsoft.com/office/officeart/2005/8/layout/hierarchy1"/>
    <dgm:cxn modelId="{78DE0BB0-AC4C-184A-AA78-CB4A6E7FDCF7}" type="presParOf" srcId="{04C44D5C-8DBA-2846-948B-F5056FD649EF}" destId="{632C3275-0714-7548-BD58-DA73B548495E}" srcOrd="5" destOrd="0" presId="urn:microsoft.com/office/officeart/2005/8/layout/hierarchy1"/>
    <dgm:cxn modelId="{C2D07BCF-2C8F-564C-8D91-F73838681813}" type="presParOf" srcId="{632C3275-0714-7548-BD58-DA73B548495E}" destId="{2404CFF0-93BC-9645-87E0-9CFF7FB0A816}" srcOrd="0" destOrd="0" presId="urn:microsoft.com/office/officeart/2005/8/layout/hierarchy1"/>
    <dgm:cxn modelId="{D94FA49E-2833-2549-8AEA-F2F5D73A03CB}" type="presParOf" srcId="{2404CFF0-93BC-9645-87E0-9CFF7FB0A816}" destId="{715D3EF2-CDA0-4A4E-A26E-DC088F69415B}" srcOrd="0" destOrd="0" presId="urn:microsoft.com/office/officeart/2005/8/layout/hierarchy1"/>
    <dgm:cxn modelId="{73985A85-2634-7A42-A5B7-9072A740FB3F}" type="presParOf" srcId="{2404CFF0-93BC-9645-87E0-9CFF7FB0A816}" destId="{29CAD998-7085-5941-A129-FB14C996C21D}" srcOrd="1" destOrd="0" presId="urn:microsoft.com/office/officeart/2005/8/layout/hierarchy1"/>
    <dgm:cxn modelId="{0545AA43-E2AA-104C-BA47-39D449C77193}" type="presParOf" srcId="{632C3275-0714-7548-BD58-DA73B548495E}" destId="{77F76E95-6677-D94C-830D-C114CDF6B56A}" srcOrd="1" destOrd="0" presId="urn:microsoft.com/office/officeart/2005/8/layout/hierarchy1"/>
    <dgm:cxn modelId="{3D006639-B7DF-F942-89F9-8CF8DA432C25}" type="presParOf" srcId="{04C44D5C-8DBA-2846-948B-F5056FD649EF}" destId="{3CD40198-ABCE-0641-B1F6-B910BB3BCD8D}" srcOrd="6" destOrd="0" presId="urn:microsoft.com/office/officeart/2005/8/layout/hierarchy1"/>
    <dgm:cxn modelId="{51AD42DB-C7DA-3A43-89FC-8077FA6A33DF}" type="presParOf" srcId="{04C44D5C-8DBA-2846-948B-F5056FD649EF}" destId="{9FD4AD0C-F61D-EA42-A1EE-CD65E4E83E20}" srcOrd="7" destOrd="0" presId="urn:microsoft.com/office/officeart/2005/8/layout/hierarchy1"/>
    <dgm:cxn modelId="{99B3E15A-81C3-924D-BA2E-54B69434F979}" type="presParOf" srcId="{9FD4AD0C-F61D-EA42-A1EE-CD65E4E83E20}" destId="{895E6167-7722-A546-9F9B-9282C2B3D875}" srcOrd="0" destOrd="0" presId="urn:microsoft.com/office/officeart/2005/8/layout/hierarchy1"/>
    <dgm:cxn modelId="{74FA5E3C-FECF-8C42-911A-F2AD818C1B91}" type="presParOf" srcId="{895E6167-7722-A546-9F9B-9282C2B3D875}" destId="{DB8B9645-75DE-A842-8CF0-713DB0F3733E}" srcOrd="0" destOrd="0" presId="urn:microsoft.com/office/officeart/2005/8/layout/hierarchy1"/>
    <dgm:cxn modelId="{E7DCAAAF-F338-B64A-B0A4-8C2866EEFB4A}" type="presParOf" srcId="{895E6167-7722-A546-9F9B-9282C2B3D875}" destId="{89441275-847C-2C49-9D40-68F598D8F837}" srcOrd="1" destOrd="0" presId="urn:microsoft.com/office/officeart/2005/8/layout/hierarchy1"/>
    <dgm:cxn modelId="{0F084A37-6423-2E4D-80FB-F74E2AB81FDF}" type="presParOf" srcId="{9FD4AD0C-F61D-EA42-A1EE-CD65E4E83E20}" destId="{DB921941-A74F-144A-A3A1-63A9FE05CA9F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F787207-90E1-4ABE-8C22-EA153597CA9C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5FE5920-2E0F-8643-B1AE-E5311767C414}">
      <dgm:prSet/>
      <dgm:spPr/>
      <dgm:t>
        <a:bodyPr/>
        <a:lstStyle/>
        <a:p>
          <a:r>
            <a:rPr lang="en-US" dirty="0"/>
            <a:t>Non-Functional Requirements</a:t>
          </a:r>
        </a:p>
      </dgm:t>
    </dgm:pt>
    <dgm:pt modelId="{8DF3E452-1638-C240-A514-E2FF320B45A1}" type="parTrans" cxnId="{2EC03E47-9FEB-E242-88EE-49E74D29FEA8}">
      <dgm:prSet/>
      <dgm:spPr/>
      <dgm:t>
        <a:bodyPr/>
        <a:lstStyle/>
        <a:p>
          <a:endParaRPr lang="en-US"/>
        </a:p>
      </dgm:t>
    </dgm:pt>
    <dgm:pt modelId="{1CF28549-D736-854A-8F83-53AB0B55CA1A}" type="sibTrans" cxnId="{2EC03E47-9FEB-E242-88EE-49E74D29FEA8}">
      <dgm:prSet/>
      <dgm:spPr/>
      <dgm:t>
        <a:bodyPr/>
        <a:lstStyle/>
        <a:p>
          <a:endParaRPr lang="en-US"/>
        </a:p>
      </dgm:t>
    </dgm:pt>
    <dgm:pt modelId="{F8586B12-BA8B-C246-A429-C381FC775288}">
      <dgm:prSet/>
      <dgm:spPr/>
      <dgm:t>
        <a:bodyPr/>
        <a:lstStyle/>
        <a:p>
          <a:r>
            <a:rPr lang="en-US" dirty="0"/>
            <a:t>Use only open-source libraries</a:t>
          </a:r>
        </a:p>
      </dgm:t>
    </dgm:pt>
    <dgm:pt modelId="{81E6C901-B2D6-B44B-921F-AC97C8869AEC}" type="parTrans" cxnId="{94E464B4-754F-044C-AD68-43207D4101D9}">
      <dgm:prSet/>
      <dgm:spPr/>
      <dgm:t>
        <a:bodyPr/>
        <a:lstStyle/>
        <a:p>
          <a:endParaRPr lang="en-US"/>
        </a:p>
      </dgm:t>
    </dgm:pt>
    <dgm:pt modelId="{6C97A005-3108-2744-835C-6FC1B6E589B3}" type="sibTrans" cxnId="{94E464B4-754F-044C-AD68-43207D4101D9}">
      <dgm:prSet/>
      <dgm:spPr/>
      <dgm:t>
        <a:bodyPr/>
        <a:lstStyle/>
        <a:p>
          <a:endParaRPr lang="en-US"/>
        </a:p>
      </dgm:t>
    </dgm:pt>
    <dgm:pt modelId="{38DF2AAA-76A6-3245-9BE6-5176EBD2A783}">
      <dgm:prSet/>
      <dgm:spPr/>
      <dgm:t>
        <a:bodyPr/>
        <a:lstStyle/>
        <a:p>
          <a:r>
            <a:rPr lang="en-US" dirty="0"/>
            <a:t>Code must be maintainable and modular.</a:t>
          </a:r>
        </a:p>
      </dgm:t>
    </dgm:pt>
    <dgm:pt modelId="{AD59BFEE-3941-8840-9AF7-B2FB4BEA2FD5}" type="parTrans" cxnId="{4EF7265D-D619-1D4B-811C-66801CD025FA}">
      <dgm:prSet/>
      <dgm:spPr/>
      <dgm:t>
        <a:bodyPr/>
        <a:lstStyle/>
        <a:p>
          <a:endParaRPr lang="en-US"/>
        </a:p>
      </dgm:t>
    </dgm:pt>
    <dgm:pt modelId="{EAD27B70-FACA-D64B-BD1A-7BF6E8EFEAB0}" type="sibTrans" cxnId="{4EF7265D-D619-1D4B-811C-66801CD025FA}">
      <dgm:prSet/>
      <dgm:spPr/>
      <dgm:t>
        <a:bodyPr/>
        <a:lstStyle/>
        <a:p>
          <a:endParaRPr lang="en-US"/>
        </a:p>
      </dgm:t>
    </dgm:pt>
    <dgm:pt modelId="{28A31B13-3BE9-B244-97E4-BB7DAD89618F}">
      <dgm:prSet/>
      <dgm:spPr/>
      <dgm:t>
        <a:bodyPr/>
        <a:lstStyle/>
        <a:p>
          <a:r>
            <a:rPr lang="en-US" dirty="0"/>
            <a:t>Output should include interactive and static visualizations.</a:t>
          </a:r>
        </a:p>
      </dgm:t>
    </dgm:pt>
    <dgm:pt modelId="{6074CAAF-1029-454C-8DCA-2C4A317A9FA9}" type="parTrans" cxnId="{FCB8B157-1D32-7F41-9FB5-1145F72ABC96}">
      <dgm:prSet/>
      <dgm:spPr/>
      <dgm:t>
        <a:bodyPr/>
        <a:lstStyle/>
        <a:p>
          <a:endParaRPr lang="en-US"/>
        </a:p>
      </dgm:t>
    </dgm:pt>
    <dgm:pt modelId="{A3E54C65-0EF0-1F48-AA82-CB9125CFC54A}" type="sibTrans" cxnId="{FCB8B157-1D32-7F41-9FB5-1145F72ABC96}">
      <dgm:prSet/>
      <dgm:spPr/>
      <dgm:t>
        <a:bodyPr/>
        <a:lstStyle/>
        <a:p>
          <a:endParaRPr lang="en-US"/>
        </a:p>
      </dgm:t>
    </dgm:pt>
    <dgm:pt modelId="{501973A1-0F3A-FF45-89C9-544231D2FCE7}">
      <dgm:prSet/>
      <dgm:spPr/>
      <dgm:t>
        <a:bodyPr/>
        <a:lstStyle/>
        <a:p>
          <a:r>
            <a:rPr lang="en-US" dirty="0"/>
            <a:t>Code and plots should be reproducible by others.</a:t>
          </a:r>
        </a:p>
      </dgm:t>
    </dgm:pt>
    <dgm:pt modelId="{77A92232-AB69-0A4D-A80B-0298DD8E7173}" type="parTrans" cxnId="{5FB378E7-30FE-0C40-95CC-9BBBF45E3434}">
      <dgm:prSet/>
      <dgm:spPr/>
      <dgm:t>
        <a:bodyPr/>
        <a:lstStyle/>
        <a:p>
          <a:endParaRPr lang="en-US"/>
        </a:p>
      </dgm:t>
    </dgm:pt>
    <dgm:pt modelId="{22A18C60-22B0-1D4C-866E-77B748C6CC0F}" type="sibTrans" cxnId="{5FB378E7-30FE-0C40-95CC-9BBBF45E3434}">
      <dgm:prSet/>
      <dgm:spPr/>
      <dgm:t>
        <a:bodyPr/>
        <a:lstStyle/>
        <a:p>
          <a:endParaRPr lang="en-US"/>
        </a:p>
      </dgm:t>
    </dgm:pt>
    <dgm:pt modelId="{4C54EDF6-F592-144B-AADE-A5F490174240}" type="pres">
      <dgm:prSet presAssocID="{8F787207-90E1-4ABE-8C22-EA153597CA9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A740DD92-D75F-5744-9BC5-DEB13CDA19DC}" type="pres">
      <dgm:prSet presAssocID="{05FE5920-2E0F-8643-B1AE-E5311767C414}" presName="hierRoot1" presStyleCnt="0"/>
      <dgm:spPr/>
    </dgm:pt>
    <dgm:pt modelId="{6AD46375-0D99-864C-8A6E-6FFFF32CA57F}" type="pres">
      <dgm:prSet presAssocID="{05FE5920-2E0F-8643-B1AE-E5311767C414}" presName="composite" presStyleCnt="0"/>
      <dgm:spPr/>
    </dgm:pt>
    <dgm:pt modelId="{466F228D-2074-4640-B3EB-1BBA6CBEA688}" type="pres">
      <dgm:prSet presAssocID="{05FE5920-2E0F-8643-B1AE-E5311767C414}" presName="background" presStyleLbl="node0" presStyleIdx="0" presStyleCnt="1"/>
      <dgm:spPr/>
    </dgm:pt>
    <dgm:pt modelId="{642A2D97-204A-FC4E-9FD6-C7934FB5A603}" type="pres">
      <dgm:prSet presAssocID="{05FE5920-2E0F-8643-B1AE-E5311767C414}" presName="text" presStyleLbl="fgAcc0" presStyleIdx="0" presStyleCnt="1">
        <dgm:presLayoutVars>
          <dgm:chPref val="3"/>
        </dgm:presLayoutVars>
      </dgm:prSet>
      <dgm:spPr/>
    </dgm:pt>
    <dgm:pt modelId="{1238C482-20B3-7846-A02B-5D100658A85C}" type="pres">
      <dgm:prSet presAssocID="{05FE5920-2E0F-8643-B1AE-E5311767C414}" presName="hierChild2" presStyleCnt="0"/>
      <dgm:spPr/>
    </dgm:pt>
    <dgm:pt modelId="{2D3ACE8F-813B-534A-AF02-B3307B85928C}" type="pres">
      <dgm:prSet presAssocID="{81E6C901-B2D6-B44B-921F-AC97C8869AEC}" presName="Name10" presStyleLbl="parChTrans1D2" presStyleIdx="0" presStyleCnt="4"/>
      <dgm:spPr/>
    </dgm:pt>
    <dgm:pt modelId="{751D0214-AE33-3641-A22D-7BFBF35AD387}" type="pres">
      <dgm:prSet presAssocID="{F8586B12-BA8B-C246-A429-C381FC775288}" presName="hierRoot2" presStyleCnt="0"/>
      <dgm:spPr/>
    </dgm:pt>
    <dgm:pt modelId="{28D553E4-A7B1-8A4C-9A6F-C59528185573}" type="pres">
      <dgm:prSet presAssocID="{F8586B12-BA8B-C246-A429-C381FC775288}" presName="composite2" presStyleCnt="0"/>
      <dgm:spPr/>
    </dgm:pt>
    <dgm:pt modelId="{2BA22214-2295-F642-B1BA-D0628118C413}" type="pres">
      <dgm:prSet presAssocID="{F8586B12-BA8B-C246-A429-C381FC775288}" presName="background2" presStyleLbl="node2" presStyleIdx="0" presStyleCnt="4"/>
      <dgm:spPr/>
    </dgm:pt>
    <dgm:pt modelId="{8F5EE50B-9EFC-3446-A8DA-5CCD66AE94FE}" type="pres">
      <dgm:prSet presAssocID="{F8586B12-BA8B-C246-A429-C381FC775288}" presName="text2" presStyleLbl="fgAcc2" presStyleIdx="0" presStyleCnt="4">
        <dgm:presLayoutVars>
          <dgm:chPref val="3"/>
        </dgm:presLayoutVars>
      </dgm:prSet>
      <dgm:spPr/>
    </dgm:pt>
    <dgm:pt modelId="{36DDC5EC-4F2B-DA48-9BDB-D1AC4D48A2D7}" type="pres">
      <dgm:prSet presAssocID="{F8586B12-BA8B-C246-A429-C381FC775288}" presName="hierChild3" presStyleCnt="0"/>
      <dgm:spPr/>
    </dgm:pt>
    <dgm:pt modelId="{80F873D5-4AE3-D844-9E3B-D8B1F0B13737}" type="pres">
      <dgm:prSet presAssocID="{AD59BFEE-3941-8840-9AF7-B2FB4BEA2FD5}" presName="Name10" presStyleLbl="parChTrans1D2" presStyleIdx="1" presStyleCnt="4"/>
      <dgm:spPr/>
    </dgm:pt>
    <dgm:pt modelId="{961BA42F-7699-3C4A-99D4-4C2EF296DFB5}" type="pres">
      <dgm:prSet presAssocID="{38DF2AAA-76A6-3245-9BE6-5176EBD2A783}" presName="hierRoot2" presStyleCnt="0"/>
      <dgm:spPr/>
    </dgm:pt>
    <dgm:pt modelId="{312ECD48-273F-544B-8599-D4D691FFD1D8}" type="pres">
      <dgm:prSet presAssocID="{38DF2AAA-76A6-3245-9BE6-5176EBD2A783}" presName="composite2" presStyleCnt="0"/>
      <dgm:spPr/>
    </dgm:pt>
    <dgm:pt modelId="{A48CDBAF-3B72-7043-A9BA-A90FDE0810CF}" type="pres">
      <dgm:prSet presAssocID="{38DF2AAA-76A6-3245-9BE6-5176EBD2A783}" presName="background2" presStyleLbl="node2" presStyleIdx="1" presStyleCnt="4"/>
      <dgm:spPr/>
    </dgm:pt>
    <dgm:pt modelId="{393F0860-BA5F-404C-868E-3D6323E89063}" type="pres">
      <dgm:prSet presAssocID="{38DF2AAA-76A6-3245-9BE6-5176EBD2A783}" presName="text2" presStyleLbl="fgAcc2" presStyleIdx="1" presStyleCnt="4">
        <dgm:presLayoutVars>
          <dgm:chPref val="3"/>
        </dgm:presLayoutVars>
      </dgm:prSet>
      <dgm:spPr/>
    </dgm:pt>
    <dgm:pt modelId="{00428A95-6356-D647-9F22-8C006D527AA1}" type="pres">
      <dgm:prSet presAssocID="{38DF2AAA-76A6-3245-9BE6-5176EBD2A783}" presName="hierChild3" presStyleCnt="0"/>
      <dgm:spPr/>
    </dgm:pt>
    <dgm:pt modelId="{C1A43501-170C-D34D-AE7D-A4931DA51C38}" type="pres">
      <dgm:prSet presAssocID="{6074CAAF-1029-454C-8DCA-2C4A317A9FA9}" presName="Name10" presStyleLbl="parChTrans1D2" presStyleIdx="2" presStyleCnt="4"/>
      <dgm:spPr/>
    </dgm:pt>
    <dgm:pt modelId="{CE7FC74E-8954-ED41-817D-08DC73C552F5}" type="pres">
      <dgm:prSet presAssocID="{28A31B13-3BE9-B244-97E4-BB7DAD89618F}" presName="hierRoot2" presStyleCnt="0"/>
      <dgm:spPr/>
    </dgm:pt>
    <dgm:pt modelId="{6D6D0624-ADED-F348-B614-46B94D4CB14E}" type="pres">
      <dgm:prSet presAssocID="{28A31B13-3BE9-B244-97E4-BB7DAD89618F}" presName="composite2" presStyleCnt="0"/>
      <dgm:spPr/>
    </dgm:pt>
    <dgm:pt modelId="{3FD2538B-C0DD-5B49-AA11-2E9FD7CED1E9}" type="pres">
      <dgm:prSet presAssocID="{28A31B13-3BE9-B244-97E4-BB7DAD89618F}" presName="background2" presStyleLbl="node2" presStyleIdx="2" presStyleCnt="4"/>
      <dgm:spPr/>
    </dgm:pt>
    <dgm:pt modelId="{FE746F57-F1CE-ED4F-889F-A5EAA5CA9F94}" type="pres">
      <dgm:prSet presAssocID="{28A31B13-3BE9-B244-97E4-BB7DAD89618F}" presName="text2" presStyleLbl="fgAcc2" presStyleIdx="2" presStyleCnt="4">
        <dgm:presLayoutVars>
          <dgm:chPref val="3"/>
        </dgm:presLayoutVars>
      </dgm:prSet>
      <dgm:spPr/>
    </dgm:pt>
    <dgm:pt modelId="{5E63C30D-FFAE-654D-ACD6-FE653891B438}" type="pres">
      <dgm:prSet presAssocID="{28A31B13-3BE9-B244-97E4-BB7DAD89618F}" presName="hierChild3" presStyleCnt="0"/>
      <dgm:spPr/>
    </dgm:pt>
    <dgm:pt modelId="{0ABB1E62-5096-F242-92C7-5809AD28989F}" type="pres">
      <dgm:prSet presAssocID="{77A92232-AB69-0A4D-A80B-0298DD8E7173}" presName="Name10" presStyleLbl="parChTrans1D2" presStyleIdx="3" presStyleCnt="4"/>
      <dgm:spPr/>
    </dgm:pt>
    <dgm:pt modelId="{75BD1606-D8BE-9C4A-9837-C8424F866792}" type="pres">
      <dgm:prSet presAssocID="{501973A1-0F3A-FF45-89C9-544231D2FCE7}" presName="hierRoot2" presStyleCnt="0"/>
      <dgm:spPr/>
    </dgm:pt>
    <dgm:pt modelId="{60119521-F680-8A4F-A96E-2382D87BE231}" type="pres">
      <dgm:prSet presAssocID="{501973A1-0F3A-FF45-89C9-544231D2FCE7}" presName="composite2" presStyleCnt="0"/>
      <dgm:spPr/>
    </dgm:pt>
    <dgm:pt modelId="{A5E6F7D8-228D-5041-A53F-C01CE2FAECC3}" type="pres">
      <dgm:prSet presAssocID="{501973A1-0F3A-FF45-89C9-544231D2FCE7}" presName="background2" presStyleLbl="node2" presStyleIdx="3" presStyleCnt="4"/>
      <dgm:spPr/>
    </dgm:pt>
    <dgm:pt modelId="{69B66D79-AED1-7B46-9DDB-7C840D8D6044}" type="pres">
      <dgm:prSet presAssocID="{501973A1-0F3A-FF45-89C9-544231D2FCE7}" presName="text2" presStyleLbl="fgAcc2" presStyleIdx="3" presStyleCnt="4">
        <dgm:presLayoutVars>
          <dgm:chPref val="3"/>
        </dgm:presLayoutVars>
      </dgm:prSet>
      <dgm:spPr/>
    </dgm:pt>
    <dgm:pt modelId="{47D6CDB0-4858-3149-859A-4DCF14B79D95}" type="pres">
      <dgm:prSet presAssocID="{501973A1-0F3A-FF45-89C9-544231D2FCE7}" presName="hierChild3" presStyleCnt="0"/>
      <dgm:spPr/>
    </dgm:pt>
  </dgm:ptLst>
  <dgm:cxnLst>
    <dgm:cxn modelId="{F4090502-86BD-3840-BE00-88862E46869F}" type="presOf" srcId="{81E6C901-B2D6-B44B-921F-AC97C8869AEC}" destId="{2D3ACE8F-813B-534A-AF02-B3307B85928C}" srcOrd="0" destOrd="0" presId="urn:microsoft.com/office/officeart/2005/8/layout/hierarchy1"/>
    <dgm:cxn modelId="{10501213-7D1A-EB45-8706-05E79827F32A}" type="presOf" srcId="{6074CAAF-1029-454C-8DCA-2C4A317A9FA9}" destId="{C1A43501-170C-D34D-AE7D-A4931DA51C38}" srcOrd="0" destOrd="0" presId="urn:microsoft.com/office/officeart/2005/8/layout/hierarchy1"/>
    <dgm:cxn modelId="{4FED942D-8E26-BE47-82FB-4374B677C318}" type="presOf" srcId="{05FE5920-2E0F-8643-B1AE-E5311767C414}" destId="{642A2D97-204A-FC4E-9FD6-C7934FB5A603}" srcOrd="0" destOrd="0" presId="urn:microsoft.com/office/officeart/2005/8/layout/hierarchy1"/>
    <dgm:cxn modelId="{2EC03E47-9FEB-E242-88EE-49E74D29FEA8}" srcId="{8F787207-90E1-4ABE-8C22-EA153597CA9C}" destId="{05FE5920-2E0F-8643-B1AE-E5311767C414}" srcOrd="0" destOrd="0" parTransId="{8DF3E452-1638-C240-A514-E2FF320B45A1}" sibTransId="{1CF28549-D736-854A-8F83-53AB0B55CA1A}"/>
    <dgm:cxn modelId="{FCB8B157-1D32-7F41-9FB5-1145F72ABC96}" srcId="{05FE5920-2E0F-8643-B1AE-E5311767C414}" destId="{28A31B13-3BE9-B244-97E4-BB7DAD89618F}" srcOrd="2" destOrd="0" parTransId="{6074CAAF-1029-454C-8DCA-2C4A317A9FA9}" sibTransId="{A3E54C65-0EF0-1F48-AA82-CB9125CFC54A}"/>
    <dgm:cxn modelId="{DA4C5858-66F6-2544-820B-8F1D0CDD6EDC}" type="presOf" srcId="{38DF2AAA-76A6-3245-9BE6-5176EBD2A783}" destId="{393F0860-BA5F-404C-868E-3D6323E89063}" srcOrd="0" destOrd="0" presId="urn:microsoft.com/office/officeart/2005/8/layout/hierarchy1"/>
    <dgm:cxn modelId="{64AF9E5A-5047-9F4E-8EB0-83F3841DC723}" type="presOf" srcId="{AD59BFEE-3941-8840-9AF7-B2FB4BEA2FD5}" destId="{80F873D5-4AE3-D844-9E3B-D8B1F0B13737}" srcOrd="0" destOrd="0" presId="urn:microsoft.com/office/officeart/2005/8/layout/hierarchy1"/>
    <dgm:cxn modelId="{4EF7265D-D619-1D4B-811C-66801CD025FA}" srcId="{05FE5920-2E0F-8643-B1AE-E5311767C414}" destId="{38DF2AAA-76A6-3245-9BE6-5176EBD2A783}" srcOrd="1" destOrd="0" parTransId="{AD59BFEE-3941-8840-9AF7-B2FB4BEA2FD5}" sibTransId="{EAD27B70-FACA-D64B-BD1A-7BF6E8EFEAB0}"/>
    <dgm:cxn modelId="{9C29F8AC-E456-394E-82DF-24BD058267F5}" type="presOf" srcId="{8F787207-90E1-4ABE-8C22-EA153597CA9C}" destId="{4C54EDF6-F592-144B-AADE-A5F490174240}" srcOrd="0" destOrd="0" presId="urn:microsoft.com/office/officeart/2005/8/layout/hierarchy1"/>
    <dgm:cxn modelId="{A30420AE-407B-3C43-A006-6A85BD179711}" type="presOf" srcId="{F8586B12-BA8B-C246-A429-C381FC775288}" destId="{8F5EE50B-9EFC-3446-A8DA-5CCD66AE94FE}" srcOrd="0" destOrd="0" presId="urn:microsoft.com/office/officeart/2005/8/layout/hierarchy1"/>
    <dgm:cxn modelId="{94E464B4-754F-044C-AD68-43207D4101D9}" srcId="{05FE5920-2E0F-8643-B1AE-E5311767C414}" destId="{F8586B12-BA8B-C246-A429-C381FC775288}" srcOrd="0" destOrd="0" parTransId="{81E6C901-B2D6-B44B-921F-AC97C8869AEC}" sibTransId="{6C97A005-3108-2744-835C-6FC1B6E589B3}"/>
    <dgm:cxn modelId="{AB5375D8-EEAA-E646-88D2-7966D5D28145}" type="presOf" srcId="{28A31B13-3BE9-B244-97E4-BB7DAD89618F}" destId="{FE746F57-F1CE-ED4F-889F-A5EAA5CA9F94}" srcOrd="0" destOrd="0" presId="urn:microsoft.com/office/officeart/2005/8/layout/hierarchy1"/>
    <dgm:cxn modelId="{5FB378E7-30FE-0C40-95CC-9BBBF45E3434}" srcId="{05FE5920-2E0F-8643-B1AE-E5311767C414}" destId="{501973A1-0F3A-FF45-89C9-544231D2FCE7}" srcOrd="3" destOrd="0" parTransId="{77A92232-AB69-0A4D-A80B-0298DD8E7173}" sibTransId="{22A18C60-22B0-1D4C-866E-77B748C6CC0F}"/>
    <dgm:cxn modelId="{F1C088E8-7BCE-F447-8D01-9BED2EAEA6C7}" type="presOf" srcId="{501973A1-0F3A-FF45-89C9-544231D2FCE7}" destId="{69B66D79-AED1-7B46-9DDB-7C840D8D6044}" srcOrd="0" destOrd="0" presId="urn:microsoft.com/office/officeart/2005/8/layout/hierarchy1"/>
    <dgm:cxn modelId="{B55E3FEB-053A-8A47-BAB7-3802584A5532}" type="presOf" srcId="{77A92232-AB69-0A4D-A80B-0298DD8E7173}" destId="{0ABB1E62-5096-F242-92C7-5809AD28989F}" srcOrd="0" destOrd="0" presId="urn:microsoft.com/office/officeart/2005/8/layout/hierarchy1"/>
    <dgm:cxn modelId="{D01B4BA5-776B-D54F-98AE-E4794C689536}" type="presParOf" srcId="{4C54EDF6-F592-144B-AADE-A5F490174240}" destId="{A740DD92-D75F-5744-9BC5-DEB13CDA19DC}" srcOrd="0" destOrd="0" presId="urn:microsoft.com/office/officeart/2005/8/layout/hierarchy1"/>
    <dgm:cxn modelId="{9EE18508-EF51-1842-BC17-656AA6FAFA81}" type="presParOf" srcId="{A740DD92-D75F-5744-9BC5-DEB13CDA19DC}" destId="{6AD46375-0D99-864C-8A6E-6FFFF32CA57F}" srcOrd="0" destOrd="0" presId="urn:microsoft.com/office/officeart/2005/8/layout/hierarchy1"/>
    <dgm:cxn modelId="{B85DDAA5-E8F1-5A40-8B4B-F3CFFBC5E054}" type="presParOf" srcId="{6AD46375-0D99-864C-8A6E-6FFFF32CA57F}" destId="{466F228D-2074-4640-B3EB-1BBA6CBEA688}" srcOrd="0" destOrd="0" presId="urn:microsoft.com/office/officeart/2005/8/layout/hierarchy1"/>
    <dgm:cxn modelId="{921FA4CC-FD1C-6742-8247-2AB6BCE68418}" type="presParOf" srcId="{6AD46375-0D99-864C-8A6E-6FFFF32CA57F}" destId="{642A2D97-204A-FC4E-9FD6-C7934FB5A603}" srcOrd="1" destOrd="0" presId="urn:microsoft.com/office/officeart/2005/8/layout/hierarchy1"/>
    <dgm:cxn modelId="{5D06A848-842A-6444-BCC2-652275469207}" type="presParOf" srcId="{A740DD92-D75F-5744-9BC5-DEB13CDA19DC}" destId="{1238C482-20B3-7846-A02B-5D100658A85C}" srcOrd="1" destOrd="0" presId="urn:microsoft.com/office/officeart/2005/8/layout/hierarchy1"/>
    <dgm:cxn modelId="{03C95610-FA58-BF42-8342-06F9F66FF3FC}" type="presParOf" srcId="{1238C482-20B3-7846-A02B-5D100658A85C}" destId="{2D3ACE8F-813B-534A-AF02-B3307B85928C}" srcOrd="0" destOrd="0" presId="urn:microsoft.com/office/officeart/2005/8/layout/hierarchy1"/>
    <dgm:cxn modelId="{28EDE5B1-8972-864C-A904-990DB06A5271}" type="presParOf" srcId="{1238C482-20B3-7846-A02B-5D100658A85C}" destId="{751D0214-AE33-3641-A22D-7BFBF35AD387}" srcOrd="1" destOrd="0" presId="urn:microsoft.com/office/officeart/2005/8/layout/hierarchy1"/>
    <dgm:cxn modelId="{F96BC4ED-E973-F545-8029-0B607104D746}" type="presParOf" srcId="{751D0214-AE33-3641-A22D-7BFBF35AD387}" destId="{28D553E4-A7B1-8A4C-9A6F-C59528185573}" srcOrd="0" destOrd="0" presId="urn:microsoft.com/office/officeart/2005/8/layout/hierarchy1"/>
    <dgm:cxn modelId="{7CD3B80E-7416-7E46-A262-F7EAA1BD282F}" type="presParOf" srcId="{28D553E4-A7B1-8A4C-9A6F-C59528185573}" destId="{2BA22214-2295-F642-B1BA-D0628118C413}" srcOrd="0" destOrd="0" presId="urn:microsoft.com/office/officeart/2005/8/layout/hierarchy1"/>
    <dgm:cxn modelId="{930FA259-A3A7-C743-B33E-87D5A30B8115}" type="presParOf" srcId="{28D553E4-A7B1-8A4C-9A6F-C59528185573}" destId="{8F5EE50B-9EFC-3446-A8DA-5CCD66AE94FE}" srcOrd="1" destOrd="0" presId="urn:microsoft.com/office/officeart/2005/8/layout/hierarchy1"/>
    <dgm:cxn modelId="{EDE1E94A-0E96-E944-A0CF-6C0973299CB6}" type="presParOf" srcId="{751D0214-AE33-3641-A22D-7BFBF35AD387}" destId="{36DDC5EC-4F2B-DA48-9BDB-D1AC4D48A2D7}" srcOrd="1" destOrd="0" presId="urn:microsoft.com/office/officeart/2005/8/layout/hierarchy1"/>
    <dgm:cxn modelId="{FC557F52-8111-C041-AF52-B900E5A666E2}" type="presParOf" srcId="{1238C482-20B3-7846-A02B-5D100658A85C}" destId="{80F873D5-4AE3-D844-9E3B-D8B1F0B13737}" srcOrd="2" destOrd="0" presId="urn:microsoft.com/office/officeart/2005/8/layout/hierarchy1"/>
    <dgm:cxn modelId="{E7F43E13-9C08-C748-9AAE-334BE03C289D}" type="presParOf" srcId="{1238C482-20B3-7846-A02B-5D100658A85C}" destId="{961BA42F-7699-3C4A-99D4-4C2EF296DFB5}" srcOrd="3" destOrd="0" presId="urn:microsoft.com/office/officeart/2005/8/layout/hierarchy1"/>
    <dgm:cxn modelId="{9D89062F-8427-DF4F-88F8-BD3D42DB7FE3}" type="presParOf" srcId="{961BA42F-7699-3C4A-99D4-4C2EF296DFB5}" destId="{312ECD48-273F-544B-8599-D4D691FFD1D8}" srcOrd="0" destOrd="0" presId="urn:microsoft.com/office/officeart/2005/8/layout/hierarchy1"/>
    <dgm:cxn modelId="{28DDCCD5-0525-5B4E-AEEC-C975C64098D7}" type="presParOf" srcId="{312ECD48-273F-544B-8599-D4D691FFD1D8}" destId="{A48CDBAF-3B72-7043-A9BA-A90FDE0810CF}" srcOrd="0" destOrd="0" presId="urn:microsoft.com/office/officeart/2005/8/layout/hierarchy1"/>
    <dgm:cxn modelId="{8FAAF3F6-4D52-4746-9A5B-8D294F7E031E}" type="presParOf" srcId="{312ECD48-273F-544B-8599-D4D691FFD1D8}" destId="{393F0860-BA5F-404C-868E-3D6323E89063}" srcOrd="1" destOrd="0" presId="urn:microsoft.com/office/officeart/2005/8/layout/hierarchy1"/>
    <dgm:cxn modelId="{6AC84B35-D62B-6C4F-9B13-D0F2AF9BB806}" type="presParOf" srcId="{961BA42F-7699-3C4A-99D4-4C2EF296DFB5}" destId="{00428A95-6356-D647-9F22-8C006D527AA1}" srcOrd="1" destOrd="0" presId="urn:microsoft.com/office/officeart/2005/8/layout/hierarchy1"/>
    <dgm:cxn modelId="{D1E11241-B253-6E41-8591-B1B5B5823E38}" type="presParOf" srcId="{1238C482-20B3-7846-A02B-5D100658A85C}" destId="{C1A43501-170C-D34D-AE7D-A4931DA51C38}" srcOrd="4" destOrd="0" presId="urn:microsoft.com/office/officeart/2005/8/layout/hierarchy1"/>
    <dgm:cxn modelId="{C7447623-88D2-BA42-8D61-5B675C7BF083}" type="presParOf" srcId="{1238C482-20B3-7846-A02B-5D100658A85C}" destId="{CE7FC74E-8954-ED41-817D-08DC73C552F5}" srcOrd="5" destOrd="0" presId="urn:microsoft.com/office/officeart/2005/8/layout/hierarchy1"/>
    <dgm:cxn modelId="{105CCE1E-12BB-A248-A0A4-6056E50E7E9F}" type="presParOf" srcId="{CE7FC74E-8954-ED41-817D-08DC73C552F5}" destId="{6D6D0624-ADED-F348-B614-46B94D4CB14E}" srcOrd="0" destOrd="0" presId="urn:microsoft.com/office/officeart/2005/8/layout/hierarchy1"/>
    <dgm:cxn modelId="{3DB03B67-D69B-6D4F-8A02-FBC8A24BF5F5}" type="presParOf" srcId="{6D6D0624-ADED-F348-B614-46B94D4CB14E}" destId="{3FD2538B-C0DD-5B49-AA11-2E9FD7CED1E9}" srcOrd="0" destOrd="0" presId="urn:microsoft.com/office/officeart/2005/8/layout/hierarchy1"/>
    <dgm:cxn modelId="{B6CE379A-8A9C-624B-BF84-3FD5F0F58ABF}" type="presParOf" srcId="{6D6D0624-ADED-F348-B614-46B94D4CB14E}" destId="{FE746F57-F1CE-ED4F-889F-A5EAA5CA9F94}" srcOrd="1" destOrd="0" presId="urn:microsoft.com/office/officeart/2005/8/layout/hierarchy1"/>
    <dgm:cxn modelId="{52266B5F-4BAB-4241-984B-2B3092F299E0}" type="presParOf" srcId="{CE7FC74E-8954-ED41-817D-08DC73C552F5}" destId="{5E63C30D-FFAE-654D-ACD6-FE653891B438}" srcOrd="1" destOrd="0" presId="urn:microsoft.com/office/officeart/2005/8/layout/hierarchy1"/>
    <dgm:cxn modelId="{11619F18-E8B8-104C-913B-29B0BECDE88F}" type="presParOf" srcId="{1238C482-20B3-7846-A02B-5D100658A85C}" destId="{0ABB1E62-5096-F242-92C7-5809AD28989F}" srcOrd="6" destOrd="0" presId="urn:microsoft.com/office/officeart/2005/8/layout/hierarchy1"/>
    <dgm:cxn modelId="{9419BF4C-EA0B-1741-973E-542FE5A5D50A}" type="presParOf" srcId="{1238C482-20B3-7846-A02B-5D100658A85C}" destId="{75BD1606-D8BE-9C4A-9837-C8424F866792}" srcOrd="7" destOrd="0" presId="urn:microsoft.com/office/officeart/2005/8/layout/hierarchy1"/>
    <dgm:cxn modelId="{30167D64-5BC6-AE48-ADF9-7527415DCA22}" type="presParOf" srcId="{75BD1606-D8BE-9C4A-9837-C8424F866792}" destId="{60119521-F680-8A4F-A96E-2382D87BE231}" srcOrd="0" destOrd="0" presId="urn:microsoft.com/office/officeart/2005/8/layout/hierarchy1"/>
    <dgm:cxn modelId="{FA367C55-6515-1E42-B62B-FAA2FCDB30D8}" type="presParOf" srcId="{60119521-F680-8A4F-A96E-2382D87BE231}" destId="{A5E6F7D8-228D-5041-A53F-C01CE2FAECC3}" srcOrd="0" destOrd="0" presId="urn:microsoft.com/office/officeart/2005/8/layout/hierarchy1"/>
    <dgm:cxn modelId="{F6DFF7F4-CCFE-3F49-AF82-24438B1E5813}" type="presParOf" srcId="{60119521-F680-8A4F-A96E-2382D87BE231}" destId="{69B66D79-AED1-7B46-9DDB-7C840D8D6044}" srcOrd="1" destOrd="0" presId="urn:microsoft.com/office/officeart/2005/8/layout/hierarchy1"/>
    <dgm:cxn modelId="{B2FD54E1-A30E-1C48-B13B-ECE93DA7EC62}" type="presParOf" srcId="{75BD1606-D8BE-9C4A-9837-C8424F866792}" destId="{47D6CDB0-4858-3149-859A-4DCF14B79D9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13A1A6A-32D1-4CCC-A80F-C3A7A06C7C5B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935AD0E1-10FD-47DA-9403-70825161DDF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Analysis 1</a:t>
          </a:r>
        </a:p>
      </dgm:t>
    </dgm:pt>
    <dgm:pt modelId="{DBFA372A-42E0-4CD3-B578-B0F93FF6FD35}" type="parTrans" cxnId="{7292EDCE-8396-4A49-85A0-6B2E2384A717}">
      <dgm:prSet/>
      <dgm:spPr/>
      <dgm:t>
        <a:bodyPr/>
        <a:lstStyle/>
        <a:p>
          <a:endParaRPr lang="en-US"/>
        </a:p>
      </dgm:t>
    </dgm:pt>
    <dgm:pt modelId="{EA627504-F2C5-4304-8A81-91DE25A10AC3}" type="sibTrans" cxnId="{7292EDCE-8396-4A49-85A0-6B2E2384A717}">
      <dgm:prSet/>
      <dgm:spPr/>
      <dgm:t>
        <a:bodyPr/>
        <a:lstStyle/>
        <a:p>
          <a:endParaRPr lang="en-US"/>
        </a:p>
      </dgm:t>
    </dgm:pt>
    <dgm:pt modelId="{7C9A1E4E-2876-44AE-B311-E0EE7B8F84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Time analysis: Visualize the trend of issue creation over time</a:t>
          </a:r>
        </a:p>
      </dgm:t>
    </dgm:pt>
    <dgm:pt modelId="{E6854F70-2FE7-4EE1-B543-6ECDC96E22CD}" type="parTrans" cxnId="{B05461A9-6738-4D2A-BF7B-2003D9F1E582}">
      <dgm:prSet/>
      <dgm:spPr/>
      <dgm:t>
        <a:bodyPr/>
        <a:lstStyle/>
        <a:p>
          <a:endParaRPr lang="en-US"/>
        </a:p>
      </dgm:t>
    </dgm:pt>
    <dgm:pt modelId="{76042C8F-2DE8-4CB2-94E1-FD851003F794}" type="sibTrans" cxnId="{B05461A9-6738-4D2A-BF7B-2003D9F1E582}">
      <dgm:prSet/>
      <dgm:spPr/>
      <dgm:t>
        <a:bodyPr/>
        <a:lstStyle/>
        <a:p>
          <a:endParaRPr lang="en-US"/>
        </a:p>
      </dgm:t>
    </dgm:pt>
    <dgm:pt modelId="{74AF9367-9EF7-44B7-A46A-6D600E0E80B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Analysis 2</a:t>
          </a:r>
        </a:p>
      </dgm:t>
    </dgm:pt>
    <dgm:pt modelId="{C520554C-7CAB-44DB-BF06-C40CAEFCD875}" type="parTrans" cxnId="{951647D2-190F-49B7-9E59-D79270DEDC25}">
      <dgm:prSet/>
      <dgm:spPr/>
      <dgm:t>
        <a:bodyPr/>
        <a:lstStyle/>
        <a:p>
          <a:endParaRPr lang="en-US"/>
        </a:p>
      </dgm:t>
    </dgm:pt>
    <dgm:pt modelId="{3769EB5A-BC6D-4BD4-BB70-CEF7B59473CF}" type="sibTrans" cxnId="{951647D2-190F-49B7-9E59-D79270DEDC25}">
      <dgm:prSet/>
      <dgm:spPr/>
      <dgm:t>
        <a:bodyPr/>
        <a:lstStyle/>
        <a:p>
          <a:endParaRPr lang="en-US"/>
        </a:p>
      </dgm:t>
    </dgm:pt>
    <dgm:pt modelId="{1306C4C1-E771-43DA-8176-2B58F69249B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Contributor Network Analysis: Visualize which users are working together</a:t>
          </a:r>
        </a:p>
      </dgm:t>
    </dgm:pt>
    <dgm:pt modelId="{4E109F3A-C73E-4425-9C55-0C14C0D9F317}" type="parTrans" cxnId="{BB3F47A6-B6C8-4397-86F6-590BC6C7AE45}">
      <dgm:prSet/>
      <dgm:spPr/>
      <dgm:t>
        <a:bodyPr/>
        <a:lstStyle/>
        <a:p>
          <a:endParaRPr lang="en-US"/>
        </a:p>
      </dgm:t>
    </dgm:pt>
    <dgm:pt modelId="{6BA2745F-5FF0-4C0A-B361-5BD0B1807118}" type="sibTrans" cxnId="{BB3F47A6-B6C8-4397-86F6-590BC6C7AE45}">
      <dgm:prSet/>
      <dgm:spPr/>
      <dgm:t>
        <a:bodyPr/>
        <a:lstStyle/>
        <a:p>
          <a:endParaRPr lang="en-US"/>
        </a:p>
      </dgm:t>
    </dgm:pt>
    <dgm:pt modelId="{BC3CCB33-7AD5-42A1-AEAD-593E11921A1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Analysis 3</a:t>
          </a:r>
        </a:p>
      </dgm:t>
    </dgm:pt>
    <dgm:pt modelId="{AE00F5CF-F120-45E4-927D-9358C95D9681}" type="parTrans" cxnId="{D1ECEEB1-D87E-4973-9AF5-AA4D1CF48740}">
      <dgm:prSet/>
      <dgm:spPr/>
      <dgm:t>
        <a:bodyPr/>
        <a:lstStyle/>
        <a:p>
          <a:endParaRPr lang="en-US"/>
        </a:p>
      </dgm:t>
    </dgm:pt>
    <dgm:pt modelId="{003C6659-887C-45BE-95C1-EC7E2919D290}" type="sibTrans" cxnId="{D1ECEEB1-D87E-4973-9AF5-AA4D1CF48740}">
      <dgm:prSet/>
      <dgm:spPr/>
      <dgm:t>
        <a:bodyPr/>
        <a:lstStyle/>
        <a:p>
          <a:endParaRPr lang="en-US"/>
        </a:p>
      </dgm:t>
    </dgm:pt>
    <dgm:pt modelId="{6FB2A8D9-580C-4D0E-95EF-5893522F50A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Issue Lifecycle Analysis: Examines how long issues remain open and identifies patterns in issue resolution</a:t>
          </a:r>
        </a:p>
      </dgm:t>
    </dgm:pt>
    <dgm:pt modelId="{370FBB33-4EE6-46B8-87E1-A43E041EE262}" type="parTrans" cxnId="{47D51E85-A9F0-45F6-95E4-5B606CF1EDC6}">
      <dgm:prSet/>
      <dgm:spPr/>
      <dgm:t>
        <a:bodyPr/>
        <a:lstStyle/>
        <a:p>
          <a:endParaRPr lang="en-US"/>
        </a:p>
      </dgm:t>
    </dgm:pt>
    <dgm:pt modelId="{8BF8F228-22D8-4DF5-AFF7-4F533146E7B9}" type="sibTrans" cxnId="{47D51E85-A9F0-45F6-95E4-5B606CF1EDC6}">
      <dgm:prSet/>
      <dgm:spPr/>
      <dgm:t>
        <a:bodyPr/>
        <a:lstStyle/>
        <a:p>
          <a:endParaRPr lang="en-US"/>
        </a:p>
      </dgm:t>
    </dgm:pt>
    <dgm:pt modelId="{2B5CF54C-C2FE-407C-A20D-D3661DD45CBB}" type="pres">
      <dgm:prSet presAssocID="{613A1A6A-32D1-4CCC-A80F-C3A7A06C7C5B}" presName="root" presStyleCnt="0">
        <dgm:presLayoutVars>
          <dgm:dir/>
          <dgm:resizeHandles val="exact"/>
        </dgm:presLayoutVars>
      </dgm:prSet>
      <dgm:spPr/>
    </dgm:pt>
    <dgm:pt modelId="{707E49F6-AE33-430F-A32B-90B882CD8C3B}" type="pres">
      <dgm:prSet presAssocID="{935AD0E1-10FD-47DA-9403-70825161DDFB}" presName="compNode" presStyleCnt="0"/>
      <dgm:spPr/>
    </dgm:pt>
    <dgm:pt modelId="{4DB250D3-465E-401E-9D8A-0C113B42D2A4}" type="pres">
      <dgm:prSet presAssocID="{935AD0E1-10FD-47DA-9403-70825161DDF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9A90D976-FD8F-4B45-A831-F1735E2B97A5}" type="pres">
      <dgm:prSet presAssocID="{935AD0E1-10FD-47DA-9403-70825161DDFB}" presName="iconSpace" presStyleCnt="0"/>
      <dgm:spPr/>
    </dgm:pt>
    <dgm:pt modelId="{A2129658-98BD-44FF-83F8-DD6448B56EF5}" type="pres">
      <dgm:prSet presAssocID="{935AD0E1-10FD-47DA-9403-70825161DDFB}" presName="parTx" presStyleLbl="revTx" presStyleIdx="0" presStyleCnt="6">
        <dgm:presLayoutVars>
          <dgm:chMax val="0"/>
          <dgm:chPref val="0"/>
        </dgm:presLayoutVars>
      </dgm:prSet>
      <dgm:spPr/>
    </dgm:pt>
    <dgm:pt modelId="{2567E64B-D932-4A96-A6A7-0330194F8468}" type="pres">
      <dgm:prSet presAssocID="{935AD0E1-10FD-47DA-9403-70825161DDFB}" presName="txSpace" presStyleCnt="0"/>
      <dgm:spPr/>
    </dgm:pt>
    <dgm:pt modelId="{395651DC-B2E9-4160-B9A8-6CAF4E62640E}" type="pres">
      <dgm:prSet presAssocID="{935AD0E1-10FD-47DA-9403-70825161DDFB}" presName="desTx" presStyleLbl="revTx" presStyleIdx="1" presStyleCnt="6">
        <dgm:presLayoutVars/>
      </dgm:prSet>
      <dgm:spPr/>
    </dgm:pt>
    <dgm:pt modelId="{B4A13819-784E-47FF-808D-1510B3085343}" type="pres">
      <dgm:prSet presAssocID="{EA627504-F2C5-4304-8A81-91DE25A10AC3}" presName="sibTrans" presStyleCnt="0"/>
      <dgm:spPr/>
    </dgm:pt>
    <dgm:pt modelId="{E6A632CD-C7A3-4C80-B12B-9FD2C9819FCC}" type="pres">
      <dgm:prSet presAssocID="{74AF9367-9EF7-44B7-A46A-6D600E0E80B2}" presName="compNode" presStyleCnt="0"/>
      <dgm:spPr/>
    </dgm:pt>
    <dgm:pt modelId="{D8465790-7890-4869-95DF-06766E542FD7}" type="pres">
      <dgm:prSet presAssocID="{74AF9367-9EF7-44B7-A46A-6D600E0E80B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D0243AA-566B-40DD-B0A6-FEE1B0DB9DDE}" type="pres">
      <dgm:prSet presAssocID="{74AF9367-9EF7-44B7-A46A-6D600E0E80B2}" presName="iconSpace" presStyleCnt="0"/>
      <dgm:spPr/>
    </dgm:pt>
    <dgm:pt modelId="{A5CF2B73-7878-469E-ACA3-7CD6D1DC30C7}" type="pres">
      <dgm:prSet presAssocID="{74AF9367-9EF7-44B7-A46A-6D600E0E80B2}" presName="parTx" presStyleLbl="revTx" presStyleIdx="2" presStyleCnt="6">
        <dgm:presLayoutVars>
          <dgm:chMax val="0"/>
          <dgm:chPref val="0"/>
        </dgm:presLayoutVars>
      </dgm:prSet>
      <dgm:spPr/>
    </dgm:pt>
    <dgm:pt modelId="{1F085C0B-2CCC-4666-858B-4B0E8FFE6519}" type="pres">
      <dgm:prSet presAssocID="{74AF9367-9EF7-44B7-A46A-6D600E0E80B2}" presName="txSpace" presStyleCnt="0"/>
      <dgm:spPr/>
    </dgm:pt>
    <dgm:pt modelId="{C36EED8F-5823-4425-B54D-0408184BB895}" type="pres">
      <dgm:prSet presAssocID="{74AF9367-9EF7-44B7-A46A-6D600E0E80B2}" presName="desTx" presStyleLbl="revTx" presStyleIdx="3" presStyleCnt="6">
        <dgm:presLayoutVars/>
      </dgm:prSet>
      <dgm:spPr/>
    </dgm:pt>
    <dgm:pt modelId="{C7FDFE4F-A04F-49FD-8E44-B1817DD897A0}" type="pres">
      <dgm:prSet presAssocID="{3769EB5A-BC6D-4BD4-BB70-CEF7B59473CF}" presName="sibTrans" presStyleCnt="0"/>
      <dgm:spPr/>
    </dgm:pt>
    <dgm:pt modelId="{A443850E-EA30-4CAE-B913-91059900D67D}" type="pres">
      <dgm:prSet presAssocID="{BC3CCB33-7AD5-42A1-AEAD-593E11921A10}" presName="compNode" presStyleCnt="0"/>
      <dgm:spPr/>
    </dgm:pt>
    <dgm:pt modelId="{87463D1A-03C4-44BD-AB5C-6B0624DD2776}" type="pres">
      <dgm:prSet presAssocID="{BC3CCB33-7AD5-42A1-AEAD-593E11921A1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54F3CCBD-269A-42C2-976D-3E712E87F3E1}" type="pres">
      <dgm:prSet presAssocID="{BC3CCB33-7AD5-42A1-AEAD-593E11921A10}" presName="iconSpace" presStyleCnt="0"/>
      <dgm:spPr/>
    </dgm:pt>
    <dgm:pt modelId="{542835E4-CE63-4025-8B3E-E5A102698970}" type="pres">
      <dgm:prSet presAssocID="{BC3CCB33-7AD5-42A1-AEAD-593E11921A10}" presName="parTx" presStyleLbl="revTx" presStyleIdx="4" presStyleCnt="6">
        <dgm:presLayoutVars>
          <dgm:chMax val="0"/>
          <dgm:chPref val="0"/>
        </dgm:presLayoutVars>
      </dgm:prSet>
      <dgm:spPr/>
    </dgm:pt>
    <dgm:pt modelId="{BC991F9B-7E71-42DF-A9FB-77C0FEB3D4C4}" type="pres">
      <dgm:prSet presAssocID="{BC3CCB33-7AD5-42A1-AEAD-593E11921A10}" presName="txSpace" presStyleCnt="0"/>
      <dgm:spPr/>
    </dgm:pt>
    <dgm:pt modelId="{39C1F736-4154-4B52-8CFD-490D41C2A01B}" type="pres">
      <dgm:prSet presAssocID="{BC3CCB33-7AD5-42A1-AEAD-593E11921A10}" presName="desTx" presStyleLbl="revTx" presStyleIdx="5" presStyleCnt="6">
        <dgm:presLayoutVars/>
      </dgm:prSet>
      <dgm:spPr/>
    </dgm:pt>
  </dgm:ptLst>
  <dgm:cxnLst>
    <dgm:cxn modelId="{D9D22C2C-DB89-F24C-86F7-4F6C5D29E70A}" type="presOf" srcId="{1306C4C1-E771-43DA-8176-2B58F69249B2}" destId="{C36EED8F-5823-4425-B54D-0408184BB895}" srcOrd="0" destOrd="0" presId="urn:microsoft.com/office/officeart/2018/5/layout/CenteredIconLabelDescriptionList"/>
    <dgm:cxn modelId="{63C8FA38-E943-3944-8511-59311122EABC}" type="presOf" srcId="{935AD0E1-10FD-47DA-9403-70825161DDFB}" destId="{A2129658-98BD-44FF-83F8-DD6448B56EF5}" srcOrd="0" destOrd="0" presId="urn:microsoft.com/office/officeart/2018/5/layout/CenteredIconLabelDescriptionList"/>
    <dgm:cxn modelId="{47D51E85-A9F0-45F6-95E4-5B606CF1EDC6}" srcId="{BC3CCB33-7AD5-42A1-AEAD-593E11921A10}" destId="{6FB2A8D9-580C-4D0E-95EF-5893522F50A8}" srcOrd="0" destOrd="0" parTransId="{370FBB33-4EE6-46B8-87E1-A43E041EE262}" sibTransId="{8BF8F228-22D8-4DF5-AFF7-4F533146E7B9}"/>
    <dgm:cxn modelId="{52FFCD98-7163-7042-A1BD-605553B89442}" type="presOf" srcId="{6FB2A8D9-580C-4D0E-95EF-5893522F50A8}" destId="{39C1F736-4154-4B52-8CFD-490D41C2A01B}" srcOrd="0" destOrd="0" presId="urn:microsoft.com/office/officeart/2018/5/layout/CenteredIconLabelDescriptionList"/>
    <dgm:cxn modelId="{BB3F47A6-B6C8-4397-86F6-590BC6C7AE45}" srcId="{74AF9367-9EF7-44B7-A46A-6D600E0E80B2}" destId="{1306C4C1-E771-43DA-8176-2B58F69249B2}" srcOrd="0" destOrd="0" parTransId="{4E109F3A-C73E-4425-9C55-0C14C0D9F317}" sibTransId="{6BA2745F-5FF0-4C0A-B361-5BD0B1807118}"/>
    <dgm:cxn modelId="{B05461A9-6738-4D2A-BF7B-2003D9F1E582}" srcId="{935AD0E1-10FD-47DA-9403-70825161DDFB}" destId="{7C9A1E4E-2876-44AE-B311-E0EE7B8F84D8}" srcOrd="0" destOrd="0" parTransId="{E6854F70-2FE7-4EE1-B543-6ECDC96E22CD}" sibTransId="{76042C8F-2DE8-4CB2-94E1-FD851003F794}"/>
    <dgm:cxn modelId="{D1ECEEB1-D87E-4973-9AF5-AA4D1CF48740}" srcId="{613A1A6A-32D1-4CCC-A80F-C3A7A06C7C5B}" destId="{BC3CCB33-7AD5-42A1-AEAD-593E11921A10}" srcOrd="2" destOrd="0" parTransId="{AE00F5CF-F120-45E4-927D-9358C95D9681}" sibTransId="{003C6659-887C-45BE-95C1-EC7E2919D290}"/>
    <dgm:cxn modelId="{2945F5B1-71D5-374B-9125-5B9457662FD7}" type="presOf" srcId="{BC3CCB33-7AD5-42A1-AEAD-593E11921A10}" destId="{542835E4-CE63-4025-8B3E-E5A102698970}" srcOrd="0" destOrd="0" presId="urn:microsoft.com/office/officeart/2018/5/layout/CenteredIconLabelDescriptionList"/>
    <dgm:cxn modelId="{C9BDAAC3-579B-724A-8D8D-395D786E8667}" type="presOf" srcId="{7C9A1E4E-2876-44AE-B311-E0EE7B8F84D8}" destId="{395651DC-B2E9-4160-B9A8-6CAF4E62640E}" srcOrd="0" destOrd="0" presId="urn:microsoft.com/office/officeart/2018/5/layout/CenteredIconLabelDescriptionList"/>
    <dgm:cxn modelId="{C9761CCA-A84F-5449-8448-09117A2F72BD}" type="presOf" srcId="{613A1A6A-32D1-4CCC-A80F-C3A7A06C7C5B}" destId="{2B5CF54C-C2FE-407C-A20D-D3661DD45CBB}" srcOrd="0" destOrd="0" presId="urn:microsoft.com/office/officeart/2018/5/layout/CenteredIconLabelDescriptionList"/>
    <dgm:cxn modelId="{7292EDCE-8396-4A49-85A0-6B2E2384A717}" srcId="{613A1A6A-32D1-4CCC-A80F-C3A7A06C7C5B}" destId="{935AD0E1-10FD-47DA-9403-70825161DDFB}" srcOrd="0" destOrd="0" parTransId="{DBFA372A-42E0-4CD3-B578-B0F93FF6FD35}" sibTransId="{EA627504-F2C5-4304-8A81-91DE25A10AC3}"/>
    <dgm:cxn modelId="{951647D2-190F-49B7-9E59-D79270DEDC25}" srcId="{613A1A6A-32D1-4CCC-A80F-C3A7A06C7C5B}" destId="{74AF9367-9EF7-44B7-A46A-6D600E0E80B2}" srcOrd="1" destOrd="0" parTransId="{C520554C-7CAB-44DB-BF06-C40CAEFCD875}" sibTransId="{3769EB5A-BC6D-4BD4-BB70-CEF7B59473CF}"/>
    <dgm:cxn modelId="{0E031DF3-7C52-4841-B2AB-0D1B74742CCD}" type="presOf" srcId="{74AF9367-9EF7-44B7-A46A-6D600E0E80B2}" destId="{A5CF2B73-7878-469E-ACA3-7CD6D1DC30C7}" srcOrd="0" destOrd="0" presId="urn:microsoft.com/office/officeart/2018/5/layout/CenteredIconLabelDescriptionList"/>
    <dgm:cxn modelId="{FB16EFAF-D4F9-E447-A086-85538409C42F}" type="presParOf" srcId="{2B5CF54C-C2FE-407C-A20D-D3661DD45CBB}" destId="{707E49F6-AE33-430F-A32B-90B882CD8C3B}" srcOrd="0" destOrd="0" presId="urn:microsoft.com/office/officeart/2018/5/layout/CenteredIconLabelDescriptionList"/>
    <dgm:cxn modelId="{66030A3C-2E8F-5948-A101-7DB9E168F42C}" type="presParOf" srcId="{707E49F6-AE33-430F-A32B-90B882CD8C3B}" destId="{4DB250D3-465E-401E-9D8A-0C113B42D2A4}" srcOrd="0" destOrd="0" presId="urn:microsoft.com/office/officeart/2018/5/layout/CenteredIconLabelDescriptionList"/>
    <dgm:cxn modelId="{BD631B24-AB73-3D45-BB30-8F045779423C}" type="presParOf" srcId="{707E49F6-AE33-430F-A32B-90B882CD8C3B}" destId="{9A90D976-FD8F-4B45-A831-F1735E2B97A5}" srcOrd="1" destOrd="0" presId="urn:microsoft.com/office/officeart/2018/5/layout/CenteredIconLabelDescriptionList"/>
    <dgm:cxn modelId="{79B7004E-0ED6-AC40-AF49-C8E5903B967C}" type="presParOf" srcId="{707E49F6-AE33-430F-A32B-90B882CD8C3B}" destId="{A2129658-98BD-44FF-83F8-DD6448B56EF5}" srcOrd="2" destOrd="0" presId="urn:microsoft.com/office/officeart/2018/5/layout/CenteredIconLabelDescriptionList"/>
    <dgm:cxn modelId="{177014C3-E77E-AD45-8A83-833586B42C84}" type="presParOf" srcId="{707E49F6-AE33-430F-A32B-90B882CD8C3B}" destId="{2567E64B-D932-4A96-A6A7-0330194F8468}" srcOrd="3" destOrd="0" presId="urn:microsoft.com/office/officeart/2018/5/layout/CenteredIconLabelDescriptionList"/>
    <dgm:cxn modelId="{1E73B1B3-E392-024E-ABEF-C46108D14B93}" type="presParOf" srcId="{707E49F6-AE33-430F-A32B-90B882CD8C3B}" destId="{395651DC-B2E9-4160-B9A8-6CAF4E62640E}" srcOrd="4" destOrd="0" presId="urn:microsoft.com/office/officeart/2018/5/layout/CenteredIconLabelDescriptionList"/>
    <dgm:cxn modelId="{0DC62FF4-E7B8-AE4E-9775-E9A71381055C}" type="presParOf" srcId="{2B5CF54C-C2FE-407C-A20D-D3661DD45CBB}" destId="{B4A13819-784E-47FF-808D-1510B3085343}" srcOrd="1" destOrd="0" presId="urn:microsoft.com/office/officeart/2018/5/layout/CenteredIconLabelDescriptionList"/>
    <dgm:cxn modelId="{DA9EA531-1888-F044-AF0C-215A37DAB684}" type="presParOf" srcId="{2B5CF54C-C2FE-407C-A20D-D3661DD45CBB}" destId="{E6A632CD-C7A3-4C80-B12B-9FD2C9819FCC}" srcOrd="2" destOrd="0" presId="urn:microsoft.com/office/officeart/2018/5/layout/CenteredIconLabelDescriptionList"/>
    <dgm:cxn modelId="{D364D3DC-70B0-264E-8238-30A797BFA3F0}" type="presParOf" srcId="{E6A632CD-C7A3-4C80-B12B-9FD2C9819FCC}" destId="{D8465790-7890-4869-95DF-06766E542FD7}" srcOrd="0" destOrd="0" presId="urn:microsoft.com/office/officeart/2018/5/layout/CenteredIconLabelDescriptionList"/>
    <dgm:cxn modelId="{A8D7B1C4-E6CC-314F-9A2A-F578452BC0E4}" type="presParOf" srcId="{E6A632CD-C7A3-4C80-B12B-9FD2C9819FCC}" destId="{8D0243AA-566B-40DD-B0A6-FEE1B0DB9DDE}" srcOrd="1" destOrd="0" presId="urn:microsoft.com/office/officeart/2018/5/layout/CenteredIconLabelDescriptionList"/>
    <dgm:cxn modelId="{D41AA6EF-EDE1-2F48-BA8F-C4DE0F4309E7}" type="presParOf" srcId="{E6A632CD-C7A3-4C80-B12B-9FD2C9819FCC}" destId="{A5CF2B73-7878-469E-ACA3-7CD6D1DC30C7}" srcOrd="2" destOrd="0" presId="urn:microsoft.com/office/officeart/2018/5/layout/CenteredIconLabelDescriptionList"/>
    <dgm:cxn modelId="{7B8D41F0-FFEC-264F-8C85-F026A32D2ACB}" type="presParOf" srcId="{E6A632CD-C7A3-4C80-B12B-9FD2C9819FCC}" destId="{1F085C0B-2CCC-4666-858B-4B0E8FFE6519}" srcOrd="3" destOrd="0" presId="urn:microsoft.com/office/officeart/2018/5/layout/CenteredIconLabelDescriptionList"/>
    <dgm:cxn modelId="{F947852A-3B1C-A541-A291-BE0F14A1BA29}" type="presParOf" srcId="{E6A632CD-C7A3-4C80-B12B-9FD2C9819FCC}" destId="{C36EED8F-5823-4425-B54D-0408184BB895}" srcOrd="4" destOrd="0" presId="urn:microsoft.com/office/officeart/2018/5/layout/CenteredIconLabelDescriptionList"/>
    <dgm:cxn modelId="{C57A1D84-E53C-E34E-98FC-F5592FB5EC9A}" type="presParOf" srcId="{2B5CF54C-C2FE-407C-A20D-D3661DD45CBB}" destId="{C7FDFE4F-A04F-49FD-8E44-B1817DD897A0}" srcOrd="3" destOrd="0" presId="urn:microsoft.com/office/officeart/2018/5/layout/CenteredIconLabelDescriptionList"/>
    <dgm:cxn modelId="{A03C3082-BB81-6D4E-BF21-0C3A4D2204E5}" type="presParOf" srcId="{2B5CF54C-C2FE-407C-A20D-D3661DD45CBB}" destId="{A443850E-EA30-4CAE-B913-91059900D67D}" srcOrd="4" destOrd="0" presId="urn:microsoft.com/office/officeart/2018/5/layout/CenteredIconLabelDescriptionList"/>
    <dgm:cxn modelId="{A5B86C53-5520-D044-8965-B913374073AB}" type="presParOf" srcId="{A443850E-EA30-4CAE-B913-91059900D67D}" destId="{87463D1A-03C4-44BD-AB5C-6B0624DD2776}" srcOrd="0" destOrd="0" presId="urn:microsoft.com/office/officeart/2018/5/layout/CenteredIconLabelDescriptionList"/>
    <dgm:cxn modelId="{3D01F7AC-0B36-4A4C-AACC-31DB4F97BE8F}" type="presParOf" srcId="{A443850E-EA30-4CAE-B913-91059900D67D}" destId="{54F3CCBD-269A-42C2-976D-3E712E87F3E1}" srcOrd="1" destOrd="0" presId="urn:microsoft.com/office/officeart/2018/5/layout/CenteredIconLabelDescriptionList"/>
    <dgm:cxn modelId="{7F2E07F2-9A66-4943-A42A-34E672C7D7DC}" type="presParOf" srcId="{A443850E-EA30-4CAE-B913-91059900D67D}" destId="{542835E4-CE63-4025-8B3E-E5A102698970}" srcOrd="2" destOrd="0" presId="urn:microsoft.com/office/officeart/2018/5/layout/CenteredIconLabelDescriptionList"/>
    <dgm:cxn modelId="{D00AAD14-B39A-A14F-A233-572C4020B1D3}" type="presParOf" srcId="{A443850E-EA30-4CAE-B913-91059900D67D}" destId="{BC991F9B-7E71-42DF-A9FB-77C0FEB3D4C4}" srcOrd="3" destOrd="0" presId="urn:microsoft.com/office/officeart/2018/5/layout/CenteredIconLabelDescriptionList"/>
    <dgm:cxn modelId="{3E03DD03-0876-5343-BE99-9C287C8A14D6}" type="presParOf" srcId="{A443850E-EA30-4CAE-B913-91059900D67D}" destId="{39C1F736-4154-4B52-8CFD-490D41C2A01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395F6B2-1FB5-4446-BE51-74C67885737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EC64D76-F23B-400D-A93C-45C97375229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[GitHub API / JSON Data]</a:t>
          </a:r>
        </a:p>
      </dgm:t>
    </dgm:pt>
    <dgm:pt modelId="{E8A325FF-55BD-4ED0-B232-6F4F29971D60}" type="parTrans" cxnId="{B2C544C0-B47E-461B-8717-0932614B895C}">
      <dgm:prSet/>
      <dgm:spPr/>
      <dgm:t>
        <a:bodyPr/>
        <a:lstStyle/>
        <a:p>
          <a:endParaRPr lang="en-US"/>
        </a:p>
      </dgm:t>
    </dgm:pt>
    <dgm:pt modelId="{E2EC7588-3CAD-4792-8C89-0FF1CE1032DB}" type="sibTrans" cxnId="{B2C544C0-B47E-461B-8717-0932614B895C}">
      <dgm:prSet/>
      <dgm:spPr/>
      <dgm:t>
        <a:bodyPr/>
        <a:lstStyle/>
        <a:p>
          <a:endParaRPr lang="en-US"/>
        </a:p>
      </dgm:t>
    </dgm:pt>
    <dgm:pt modelId="{4E82FA15-FEDA-4A45-9613-E31A13D6C2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[</a:t>
          </a:r>
          <a:r>
            <a:rPr lang="en-US" dirty="0" err="1"/>
            <a:t>DataLoader.py</a:t>
          </a:r>
          <a:r>
            <a:rPr lang="en-US" dirty="0"/>
            <a:t>] → [Preprocessed </a:t>
          </a:r>
          <a:r>
            <a:rPr lang="en-US" dirty="0" err="1"/>
            <a:t>DataFrame</a:t>
          </a:r>
          <a:r>
            <a:rPr lang="en-US" dirty="0"/>
            <a:t>]</a:t>
          </a:r>
        </a:p>
      </dgm:t>
    </dgm:pt>
    <dgm:pt modelId="{25AE20FD-AED3-4D90-8BE9-71FD24F90004}" type="parTrans" cxnId="{CA3A0178-6C69-4B0F-BE31-16EA2F1731A2}">
      <dgm:prSet/>
      <dgm:spPr/>
      <dgm:t>
        <a:bodyPr/>
        <a:lstStyle/>
        <a:p>
          <a:endParaRPr lang="en-US"/>
        </a:p>
      </dgm:t>
    </dgm:pt>
    <dgm:pt modelId="{693C08AF-0767-49E4-A5B8-121640DF789E}" type="sibTrans" cxnId="{CA3A0178-6C69-4B0F-BE31-16EA2F1731A2}">
      <dgm:prSet/>
      <dgm:spPr/>
      <dgm:t>
        <a:bodyPr/>
        <a:lstStyle/>
        <a:p>
          <a:endParaRPr lang="en-US"/>
        </a:p>
      </dgm:t>
    </dgm:pt>
    <dgm:pt modelId="{BE13DAFA-C8BC-43CB-BE8D-71C42567EA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[Analysis Modules] → [Visualizations + CSVs]</a:t>
          </a:r>
        </a:p>
      </dgm:t>
    </dgm:pt>
    <dgm:pt modelId="{D2C4D03C-E3C9-4D1C-A140-BA55D75A8D48}" type="parTrans" cxnId="{D73CF8F3-9EAD-4229-A801-EAD3B358CFEB}">
      <dgm:prSet/>
      <dgm:spPr/>
      <dgm:t>
        <a:bodyPr/>
        <a:lstStyle/>
        <a:p>
          <a:endParaRPr lang="en-US"/>
        </a:p>
      </dgm:t>
    </dgm:pt>
    <dgm:pt modelId="{626B9810-C763-4584-B7AC-9EDED5DF6EC2}" type="sibTrans" cxnId="{D73CF8F3-9EAD-4229-A801-EAD3B358CFEB}">
      <dgm:prSet/>
      <dgm:spPr/>
      <dgm:t>
        <a:bodyPr/>
        <a:lstStyle/>
        <a:p>
          <a:endParaRPr lang="en-US"/>
        </a:p>
      </dgm:t>
    </dgm:pt>
    <dgm:pt modelId="{71C08A6D-E404-4C85-AF58-7F8526D0A50A}" type="pres">
      <dgm:prSet presAssocID="{6395F6B2-1FB5-4446-BE51-74C67885737A}" presName="root" presStyleCnt="0">
        <dgm:presLayoutVars>
          <dgm:dir/>
          <dgm:resizeHandles val="exact"/>
        </dgm:presLayoutVars>
      </dgm:prSet>
      <dgm:spPr/>
    </dgm:pt>
    <dgm:pt modelId="{271AEEE4-8F3E-4B26-B677-65869FA0284A}" type="pres">
      <dgm:prSet presAssocID="{AEC64D76-F23B-400D-A93C-45C97375229A}" presName="compNode" presStyleCnt="0"/>
      <dgm:spPr/>
    </dgm:pt>
    <dgm:pt modelId="{B7DB11DA-5240-4C1B-8E82-4A7586F5FE6D}" type="pres">
      <dgm:prSet presAssocID="{AEC64D76-F23B-400D-A93C-45C97375229A}" presName="bgRect" presStyleLbl="bgShp" presStyleIdx="0" presStyleCnt="3"/>
      <dgm:spPr/>
    </dgm:pt>
    <dgm:pt modelId="{A7B1896F-F8C1-4BB5-B777-2D82816E182D}" type="pres">
      <dgm:prSet presAssocID="{AEC64D76-F23B-400D-A93C-45C97375229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4DCE91B3-5FDA-4045-818A-86F07477BAD6}" type="pres">
      <dgm:prSet presAssocID="{AEC64D76-F23B-400D-A93C-45C97375229A}" presName="spaceRect" presStyleCnt="0"/>
      <dgm:spPr/>
    </dgm:pt>
    <dgm:pt modelId="{0204D06B-0372-4F28-94A6-AB4E98133B80}" type="pres">
      <dgm:prSet presAssocID="{AEC64D76-F23B-400D-A93C-45C97375229A}" presName="parTx" presStyleLbl="revTx" presStyleIdx="0" presStyleCnt="3">
        <dgm:presLayoutVars>
          <dgm:chMax val="0"/>
          <dgm:chPref val="0"/>
        </dgm:presLayoutVars>
      </dgm:prSet>
      <dgm:spPr/>
    </dgm:pt>
    <dgm:pt modelId="{019D154A-BD78-471D-92F2-BCEBC5DA39C4}" type="pres">
      <dgm:prSet presAssocID="{E2EC7588-3CAD-4792-8C89-0FF1CE1032DB}" presName="sibTrans" presStyleCnt="0"/>
      <dgm:spPr/>
    </dgm:pt>
    <dgm:pt modelId="{87C02183-2AA1-48FF-886F-3904C3EFEEEB}" type="pres">
      <dgm:prSet presAssocID="{4E82FA15-FEDA-4A45-9613-E31A13D6C23B}" presName="compNode" presStyleCnt="0"/>
      <dgm:spPr/>
    </dgm:pt>
    <dgm:pt modelId="{334532A2-7E24-492E-B12A-208E57086024}" type="pres">
      <dgm:prSet presAssocID="{4E82FA15-FEDA-4A45-9613-E31A13D6C23B}" presName="bgRect" presStyleLbl="bgShp" presStyleIdx="1" presStyleCnt="3"/>
      <dgm:spPr/>
    </dgm:pt>
    <dgm:pt modelId="{5BBA0F79-2BB0-4404-A04C-253211FD936E}" type="pres">
      <dgm:prSet presAssocID="{4E82FA15-FEDA-4A45-9613-E31A13D6C23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AFE5A65-3A7E-455E-B19F-65721BB2F866}" type="pres">
      <dgm:prSet presAssocID="{4E82FA15-FEDA-4A45-9613-E31A13D6C23B}" presName="spaceRect" presStyleCnt="0"/>
      <dgm:spPr/>
    </dgm:pt>
    <dgm:pt modelId="{14F5315B-B5B3-45BE-80F3-452D53C1FB1D}" type="pres">
      <dgm:prSet presAssocID="{4E82FA15-FEDA-4A45-9613-E31A13D6C23B}" presName="parTx" presStyleLbl="revTx" presStyleIdx="1" presStyleCnt="3">
        <dgm:presLayoutVars>
          <dgm:chMax val="0"/>
          <dgm:chPref val="0"/>
        </dgm:presLayoutVars>
      </dgm:prSet>
      <dgm:spPr/>
    </dgm:pt>
    <dgm:pt modelId="{640EB83C-FD12-44F1-8EEF-7AFA56A1DDFE}" type="pres">
      <dgm:prSet presAssocID="{693C08AF-0767-49E4-A5B8-121640DF789E}" presName="sibTrans" presStyleCnt="0"/>
      <dgm:spPr/>
    </dgm:pt>
    <dgm:pt modelId="{D7AFEAED-F633-4B93-9883-51A2009C5FB3}" type="pres">
      <dgm:prSet presAssocID="{BE13DAFA-C8BC-43CB-BE8D-71C42567EAB5}" presName="compNode" presStyleCnt="0"/>
      <dgm:spPr/>
    </dgm:pt>
    <dgm:pt modelId="{7B81F037-EDCB-4FF1-89E8-052C2F10700A}" type="pres">
      <dgm:prSet presAssocID="{BE13DAFA-C8BC-43CB-BE8D-71C42567EAB5}" presName="bgRect" presStyleLbl="bgShp" presStyleIdx="2" presStyleCnt="3"/>
      <dgm:spPr/>
    </dgm:pt>
    <dgm:pt modelId="{D6255F7B-017E-45A8-9709-5D309FA5F93E}" type="pres">
      <dgm:prSet presAssocID="{BE13DAFA-C8BC-43CB-BE8D-71C42567EAB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D7A5E6FD-2783-4056-9D41-F43A90513A50}" type="pres">
      <dgm:prSet presAssocID="{BE13DAFA-C8BC-43CB-BE8D-71C42567EAB5}" presName="spaceRect" presStyleCnt="0"/>
      <dgm:spPr/>
    </dgm:pt>
    <dgm:pt modelId="{0F522399-D2AE-4D22-9DE9-9FB5FD60EAAE}" type="pres">
      <dgm:prSet presAssocID="{BE13DAFA-C8BC-43CB-BE8D-71C42567EAB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A9B14817-25E1-EE43-A8D8-D24E6BC74D51}" type="presOf" srcId="{4E82FA15-FEDA-4A45-9613-E31A13D6C23B}" destId="{14F5315B-B5B3-45BE-80F3-452D53C1FB1D}" srcOrd="0" destOrd="0" presId="urn:microsoft.com/office/officeart/2018/2/layout/IconVerticalSolidList"/>
    <dgm:cxn modelId="{430F2F53-434A-4846-8644-032BA2624DB8}" type="presOf" srcId="{AEC64D76-F23B-400D-A93C-45C97375229A}" destId="{0204D06B-0372-4F28-94A6-AB4E98133B80}" srcOrd="0" destOrd="0" presId="urn:microsoft.com/office/officeart/2018/2/layout/IconVerticalSolidList"/>
    <dgm:cxn modelId="{CA3A0178-6C69-4B0F-BE31-16EA2F1731A2}" srcId="{6395F6B2-1FB5-4446-BE51-74C67885737A}" destId="{4E82FA15-FEDA-4A45-9613-E31A13D6C23B}" srcOrd="1" destOrd="0" parTransId="{25AE20FD-AED3-4D90-8BE9-71FD24F90004}" sibTransId="{693C08AF-0767-49E4-A5B8-121640DF789E}"/>
    <dgm:cxn modelId="{B2C544C0-B47E-461B-8717-0932614B895C}" srcId="{6395F6B2-1FB5-4446-BE51-74C67885737A}" destId="{AEC64D76-F23B-400D-A93C-45C97375229A}" srcOrd="0" destOrd="0" parTransId="{E8A325FF-55BD-4ED0-B232-6F4F29971D60}" sibTransId="{E2EC7588-3CAD-4792-8C89-0FF1CE1032DB}"/>
    <dgm:cxn modelId="{FD6949D1-E3D9-3848-A997-E83020E64CCC}" type="presOf" srcId="{BE13DAFA-C8BC-43CB-BE8D-71C42567EAB5}" destId="{0F522399-D2AE-4D22-9DE9-9FB5FD60EAAE}" srcOrd="0" destOrd="0" presId="urn:microsoft.com/office/officeart/2018/2/layout/IconVerticalSolidList"/>
    <dgm:cxn modelId="{6A5481F3-52A1-1B4A-BDA0-7DEA449A4FA4}" type="presOf" srcId="{6395F6B2-1FB5-4446-BE51-74C67885737A}" destId="{71C08A6D-E404-4C85-AF58-7F8526D0A50A}" srcOrd="0" destOrd="0" presId="urn:microsoft.com/office/officeart/2018/2/layout/IconVerticalSolidList"/>
    <dgm:cxn modelId="{D73CF8F3-9EAD-4229-A801-EAD3B358CFEB}" srcId="{6395F6B2-1FB5-4446-BE51-74C67885737A}" destId="{BE13DAFA-C8BC-43CB-BE8D-71C42567EAB5}" srcOrd="2" destOrd="0" parTransId="{D2C4D03C-E3C9-4D1C-A140-BA55D75A8D48}" sibTransId="{626B9810-C763-4584-B7AC-9EDED5DF6EC2}"/>
    <dgm:cxn modelId="{BA12BA2F-936F-EF48-A4D8-0C1B2B5A1B97}" type="presParOf" srcId="{71C08A6D-E404-4C85-AF58-7F8526D0A50A}" destId="{271AEEE4-8F3E-4B26-B677-65869FA0284A}" srcOrd="0" destOrd="0" presId="urn:microsoft.com/office/officeart/2018/2/layout/IconVerticalSolidList"/>
    <dgm:cxn modelId="{FAA571B8-6C4C-4E4F-AF2A-2CF921DDC0FD}" type="presParOf" srcId="{271AEEE4-8F3E-4B26-B677-65869FA0284A}" destId="{B7DB11DA-5240-4C1B-8E82-4A7586F5FE6D}" srcOrd="0" destOrd="0" presId="urn:microsoft.com/office/officeart/2018/2/layout/IconVerticalSolidList"/>
    <dgm:cxn modelId="{AB334A7C-9E05-F34C-A208-BF5EB8926393}" type="presParOf" srcId="{271AEEE4-8F3E-4B26-B677-65869FA0284A}" destId="{A7B1896F-F8C1-4BB5-B777-2D82816E182D}" srcOrd="1" destOrd="0" presId="urn:microsoft.com/office/officeart/2018/2/layout/IconVerticalSolidList"/>
    <dgm:cxn modelId="{9F57FAB2-8071-4747-96F5-5BE4A31DEF65}" type="presParOf" srcId="{271AEEE4-8F3E-4B26-B677-65869FA0284A}" destId="{4DCE91B3-5FDA-4045-818A-86F07477BAD6}" srcOrd="2" destOrd="0" presId="urn:microsoft.com/office/officeart/2018/2/layout/IconVerticalSolidList"/>
    <dgm:cxn modelId="{4044AB0D-4CF2-004D-A4B9-7CF702903CAC}" type="presParOf" srcId="{271AEEE4-8F3E-4B26-B677-65869FA0284A}" destId="{0204D06B-0372-4F28-94A6-AB4E98133B80}" srcOrd="3" destOrd="0" presId="urn:microsoft.com/office/officeart/2018/2/layout/IconVerticalSolidList"/>
    <dgm:cxn modelId="{9EB13DD6-9E07-C14B-B3E0-05FE5638BC56}" type="presParOf" srcId="{71C08A6D-E404-4C85-AF58-7F8526D0A50A}" destId="{019D154A-BD78-471D-92F2-BCEBC5DA39C4}" srcOrd="1" destOrd="0" presId="urn:microsoft.com/office/officeart/2018/2/layout/IconVerticalSolidList"/>
    <dgm:cxn modelId="{F1768B2B-CE86-3446-88ED-035D9BD916D1}" type="presParOf" srcId="{71C08A6D-E404-4C85-AF58-7F8526D0A50A}" destId="{87C02183-2AA1-48FF-886F-3904C3EFEEEB}" srcOrd="2" destOrd="0" presId="urn:microsoft.com/office/officeart/2018/2/layout/IconVerticalSolidList"/>
    <dgm:cxn modelId="{B78DCBD1-BD4E-B34F-AF08-8202986CF23B}" type="presParOf" srcId="{87C02183-2AA1-48FF-886F-3904C3EFEEEB}" destId="{334532A2-7E24-492E-B12A-208E57086024}" srcOrd="0" destOrd="0" presId="urn:microsoft.com/office/officeart/2018/2/layout/IconVerticalSolidList"/>
    <dgm:cxn modelId="{F554B141-2C50-2F41-8F5A-6B934E9C1238}" type="presParOf" srcId="{87C02183-2AA1-48FF-886F-3904C3EFEEEB}" destId="{5BBA0F79-2BB0-4404-A04C-253211FD936E}" srcOrd="1" destOrd="0" presId="urn:microsoft.com/office/officeart/2018/2/layout/IconVerticalSolidList"/>
    <dgm:cxn modelId="{F835956C-4E7D-1440-B365-D7FF309455AF}" type="presParOf" srcId="{87C02183-2AA1-48FF-886F-3904C3EFEEEB}" destId="{6AFE5A65-3A7E-455E-B19F-65721BB2F866}" srcOrd="2" destOrd="0" presId="urn:microsoft.com/office/officeart/2018/2/layout/IconVerticalSolidList"/>
    <dgm:cxn modelId="{F05B26E7-E90E-B143-932D-7D268C715ACC}" type="presParOf" srcId="{87C02183-2AA1-48FF-886F-3904C3EFEEEB}" destId="{14F5315B-B5B3-45BE-80F3-452D53C1FB1D}" srcOrd="3" destOrd="0" presId="urn:microsoft.com/office/officeart/2018/2/layout/IconVerticalSolidList"/>
    <dgm:cxn modelId="{61D7179B-5B02-724A-A882-1E69E123BC2F}" type="presParOf" srcId="{71C08A6D-E404-4C85-AF58-7F8526D0A50A}" destId="{640EB83C-FD12-44F1-8EEF-7AFA56A1DDFE}" srcOrd="3" destOrd="0" presId="urn:microsoft.com/office/officeart/2018/2/layout/IconVerticalSolidList"/>
    <dgm:cxn modelId="{775BA4A9-E567-BF44-913B-5307CAF86845}" type="presParOf" srcId="{71C08A6D-E404-4C85-AF58-7F8526D0A50A}" destId="{D7AFEAED-F633-4B93-9883-51A2009C5FB3}" srcOrd="4" destOrd="0" presId="urn:microsoft.com/office/officeart/2018/2/layout/IconVerticalSolidList"/>
    <dgm:cxn modelId="{3EBC281A-4A7B-534C-8335-AF3C0C575945}" type="presParOf" srcId="{D7AFEAED-F633-4B93-9883-51A2009C5FB3}" destId="{7B81F037-EDCB-4FF1-89E8-052C2F10700A}" srcOrd="0" destOrd="0" presId="urn:microsoft.com/office/officeart/2018/2/layout/IconVerticalSolidList"/>
    <dgm:cxn modelId="{998AFEE3-50ED-8441-ACEF-07168D9FC57E}" type="presParOf" srcId="{D7AFEAED-F633-4B93-9883-51A2009C5FB3}" destId="{D6255F7B-017E-45A8-9709-5D309FA5F93E}" srcOrd="1" destOrd="0" presId="urn:microsoft.com/office/officeart/2018/2/layout/IconVerticalSolidList"/>
    <dgm:cxn modelId="{49D58D3A-883B-9D45-BDF0-F1259E89C1D4}" type="presParOf" srcId="{D7AFEAED-F633-4B93-9883-51A2009C5FB3}" destId="{D7A5E6FD-2783-4056-9D41-F43A90513A50}" srcOrd="2" destOrd="0" presId="urn:microsoft.com/office/officeart/2018/2/layout/IconVerticalSolidList"/>
    <dgm:cxn modelId="{5E09C18B-E484-7F42-AE87-7E7BED1E0520}" type="presParOf" srcId="{D7AFEAED-F633-4B93-9883-51A2009C5FB3}" destId="{0F522399-D2AE-4D22-9DE9-9FB5FD60EAAE}" srcOrd="3" destOrd="0" presId="urn:microsoft.com/office/officeart/2018/2/layout/IconVerticalSolidList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04B0911-08CF-4E52-B572-F5FF195FAC40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701087-DD71-49D5-B52B-EB294BB8F7FA}">
      <dgm:prSet/>
      <dgm:spPr/>
      <dgm:t>
        <a:bodyPr/>
        <a:lstStyle/>
        <a:p>
          <a:r>
            <a:rPr lang="en-US" dirty="0"/>
            <a:t>Data Ingestion: GitHub issue data parsed from JSON</a:t>
          </a:r>
        </a:p>
      </dgm:t>
    </dgm:pt>
    <dgm:pt modelId="{A67A63DB-B199-466A-B2F4-EB4C8FE80A15}" type="parTrans" cxnId="{6C7D4BEF-2751-4E14-A8EA-33C952C5870B}">
      <dgm:prSet/>
      <dgm:spPr/>
      <dgm:t>
        <a:bodyPr/>
        <a:lstStyle/>
        <a:p>
          <a:endParaRPr lang="en-US"/>
        </a:p>
      </dgm:t>
    </dgm:pt>
    <dgm:pt modelId="{EAF48096-9C17-4861-ACB5-C9EB9887334F}" type="sibTrans" cxnId="{6C7D4BEF-2751-4E14-A8EA-33C952C5870B}">
      <dgm:prSet/>
      <dgm:spPr/>
      <dgm:t>
        <a:bodyPr/>
        <a:lstStyle/>
        <a:p>
          <a:endParaRPr lang="en-US"/>
        </a:p>
      </dgm:t>
    </dgm:pt>
    <dgm:pt modelId="{2A335E68-5DF0-4344-8390-012AEBF9E83A}">
      <dgm:prSet/>
      <dgm:spPr/>
      <dgm:t>
        <a:bodyPr/>
        <a:lstStyle/>
        <a:p>
          <a:r>
            <a:rPr lang="en-US" dirty="0"/>
            <a:t>Data Preprocessing: Handled by </a:t>
          </a:r>
          <a:r>
            <a:rPr lang="en-US" dirty="0" err="1"/>
            <a:t>data_loader.py</a:t>
          </a:r>
          <a:endParaRPr lang="en-US" dirty="0"/>
        </a:p>
      </dgm:t>
    </dgm:pt>
    <dgm:pt modelId="{26A12924-FE6C-4C8A-8976-588539F6892D}" type="parTrans" cxnId="{A3AAA58A-5971-4705-BD18-455BB6392EE8}">
      <dgm:prSet/>
      <dgm:spPr/>
      <dgm:t>
        <a:bodyPr/>
        <a:lstStyle/>
        <a:p>
          <a:endParaRPr lang="en-US"/>
        </a:p>
      </dgm:t>
    </dgm:pt>
    <dgm:pt modelId="{59466C3D-E0A7-42CE-8D2D-3CDA37EBEDA0}" type="sibTrans" cxnId="{A3AAA58A-5971-4705-BD18-455BB6392EE8}">
      <dgm:prSet/>
      <dgm:spPr/>
      <dgm:t>
        <a:bodyPr/>
        <a:lstStyle/>
        <a:p>
          <a:endParaRPr lang="en-US"/>
        </a:p>
      </dgm:t>
    </dgm:pt>
    <dgm:pt modelId="{EB11A3C7-EBB7-43E0-97B2-7E7ED173DF56}">
      <dgm:prSet/>
      <dgm:spPr/>
      <dgm:t>
        <a:bodyPr/>
        <a:lstStyle/>
        <a:p>
          <a:r>
            <a:rPr lang="en-US" dirty="0"/>
            <a:t>Analysis Modules:</a:t>
          </a:r>
        </a:p>
      </dgm:t>
    </dgm:pt>
    <dgm:pt modelId="{9197FA76-5D7D-4904-9657-6FF47096BD9F}" type="parTrans" cxnId="{21B726FC-61FF-4F39-AAC9-4FE7EA882380}">
      <dgm:prSet/>
      <dgm:spPr/>
      <dgm:t>
        <a:bodyPr/>
        <a:lstStyle/>
        <a:p>
          <a:endParaRPr lang="en-US"/>
        </a:p>
      </dgm:t>
    </dgm:pt>
    <dgm:pt modelId="{64C237B5-87ED-400F-AF16-C07BA3DCEC3D}" type="sibTrans" cxnId="{21B726FC-61FF-4F39-AAC9-4FE7EA882380}">
      <dgm:prSet/>
      <dgm:spPr/>
      <dgm:t>
        <a:bodyPr/>
        <a:lstStyle/>
        <a:p>
          <a:endParaRPr lang="en-US"/>
        </a:p>
      </dgm:t>
    </dgm:pt>
    <dgm:pt modelId="{041E0257-BAD2-4D80-AFF2-3938368E5635}">
      <dgm:prSet/>
      <dgm:spPr/>
      <dgm:t>
        <a:bodyPr/>
        <a:lstStyle/>
        <a:p>
          <a:r>
            <a:rPr lang="en-US" dirty="0"/>
            <a:t>analysis_1: Trends in issue creation by month</a:t>
          </a:r>
        </a:p>
      </dgm:t>
    </dgm:pt>
    <dgm:pt modelId="{474D57FC-200D-446B-AD3F-8133DB15AB5A}" type="parTrans" cxnId="{D6F59EC4-B983-42DF-B9E0-D190EEAD6F11}">
      <dgm:prSet/>
      <dgm:spPr/>
      <dgm:t>
        <a:bodyPr/>
        <a:lstStyle/>
        <a:p>
          <a:endParaRPr lang="en-US"/>
        </a:p>
      </dgm:t>
    </dgm:pt>
    <dgm:pt modelId="{A9055825-5098-48A3-A59E-F32A5ED98917}" type="sibTrans" cxnId="{D6F59EC4-B983-42DF-B9E0-D190EEAD6F11}">
      <dgm:prSet/>
      <dgm:spPr/>
      <dgm:t>
        <a:bodyPr/>
        <a:lstStyle/>
        <a:p>
          <a:endParaRPr lang="en-US"/>
        </a:p>
      </dgm:t>
    </dgm:pt>
    <dgm:pt modelId="{8287DAD0-7E55-4DAF-87C7-AB36BA8E513F}">
      <dgm:prSet/>
      <dgm:spPr/>
      <dgm:t>
        <a:bodyPr/>
        <a:lstStyle/>
        <a:p>
          <a:r>
            <a:rPr lang="en-US" dirty="0"/>
            <a:t>analysis_2: Contributor collaboration network</a:t>
          </a:r>
        </a:p>
      </dgm:t>
    </dgm:pt>
    <dgm:pt modelId="{43390F33-F185-433B-ABBE-72E3E08B4CFE}" type="parTrans" cxnId="{D4A5CD56-E0BB-46F6-8F62-C09031E85963}">
      <dgm:prSet/>
      <dgm:spPr/>
      <dgm:t>
        <a:bodyPr/>
        <a:lstStyle/>
        <a:p>
          <a:endParaRPr lang="en-US"/>
        </a:p>
      </dgm:t>
    </dgm:pt>
    <dgm:pt modelId="{B5C4FB7F-D2F4-4A6A-B214-34B3F71CB419}" type="sibTrans" cxnId="{D4A5CD56-E0BB-46F6-8F62-C09031E85963}">
      <dgm:prSet/>
      <dgm:spPr/>
      <dgm:t>
        <a:bodyPr/>
        <a:lstStyle/>
        <a:p>
          <a:endParaRPr lang="en-US"/>
        </a:p>
      </dgm:t>
    </dgm:pt>
    <dgm:pt modelId="{40960C29-4487-4B9C-A042-F0F3B4C684CF}">
      <dgm:prSet/>
      <dgm:spPr/>
      <dgm:t>
        <a:bodyPr/>
        <a:lstStyle/>
        <a:p>
          <a:r>
            <a:rPr lang="en-US" dirty="0"/>
            <a:t>analysis_3: Resolution time stats and plots</a:t>
          </a:r>
        </a:p>
      </dgm:t>
    </dgm:pt>
    <dgm:pt modelId="{6BB5BE22-B569-41F5-85C3-CD8CE908D80C}" type="parTrans" cxnId="{7795A702-FC7C-4840-99B1-2A41EC054A76}">
      <dgm:prSet/>
      <dgm:spPr/>
      <dgm:t>
        <a:bodyPr/>
        <a:lstStyle/>
        <a:p>
          <a:endParaRPr lang="en-US"/>
        </a:p>
      </dgm:t>
    </dgm:pt>
    <dgm:pt modelId="{773C668E-8F80-4023-830F-1545DDC7EF04}" type="sibTrans" cxnId="{7795A702-FC7C-4840-99B1-2A41EC054A76}">
      <dgm:prSet/>
      <dgm:spPr/>
      <dgm:t>
        <a:bodyPr/>
        <a:lstStyle/>
        <a:p>
          <a:endParaRPr lang="en-US"/>
        </a:p>
      </dgm:t>
    </dgm:pt>
    <dgm:pt modelId="{C7492CA3-432C-4C9D-80DA-5001BD36D5D2}">
      <dgm:prSet/>
      <dgm:spPr/>
      <dgm:t>
        <a:bodyPr/>
        <a:lstStyle/>
        <a:p>
          <a:r>
            <a:rPr lang="en-US" dirty="0"/>
            <a:t>Output: Static/interactive plots saved as PNG</a:t>
          </a:r>
        </a:p>
      </dgm:t>
    </dgm:pt>
    <dgm:pt modelId="{E5C2F65D-1E92-4014-B163-3BC355CA4D53}" type="parTrans" cxnId="{E9A0A567-76ED-41D1-9F20-E5022029C817}">
      <dgm:prSet/>
      <dgm:spPr/>
      <dgm:t>
        <a:bodyPr/>
        <a:lstStyle/>
        <a:p>
          <a:endParaRPr lang="en-US"/>
        </a:p>
      </dgm:t>
    </dgm:pt>
    <dgm:pt modelId="{9F711DAB-72EC-4921-B2F4-DA6030DA4F05}" type="sibTrans" cxnId="{E9A0A567-76ED-41D1-9F20-E5022029C817}">
      <dgm:prSet/>
      <dgm:spPr/>
      <dgm:t>
        <a:bodyPr/>
        <a:lstStyle/>
        <a:p>
          <a:endParaRPr lang="en-US"/>
        </a:p>
      </dgm:t>
    </dgm:pt>
    <dgm:pt modelId="{A5AB00FE-20C3-0A4C-AF4D-284AD4E1E6E7}" type="pres">
      <dgm:prSet presAssocID="{904B0911-08CF-4E52-B572-F5FF195FAC40}" presName="CompostProcess" presStyleCnt="0">
        <dgm:presLayoutVars>
          <dgm:dir/>
          <dgm:resizeHandles val="exact"/>
        </dgm:presLayoutVars>
      </dgm:prSet>
      <dgm:spPr/>
    </dgm:pt>
    <dgm:pt modelId="{5D764E49-0BFE-FD49-8E07-600CD17FAA80}" type="pres">
      <dgm:prSet presAssocID="{904B0911-08CF-4E52-B572-F5FF195FAC40}" presName="arrow" presStyleLbl="bgShp" presStyleIdx="0" presStyleCnt="1"/>
      <dgm:spPr/>
    </dgm:pt>
    <dgm:pt modelId="{6C7D1DC3-493E-844B-9191-68FD90FC9C8B}" type="pres">
      <dgm:prSet presAssocID="{904B0911-08CF-4E52-B572-F5FF195FAC40}" presName="linearProcess" presStyleCnt="0"/>
      <dgm:spPr/>
    </dgm:pt>
    <dgm:pt modelId="{E7437552-06B3-7E45-B650-B17B0087275E}" type="pres">
      <dgm:prSet presAssocID="{B2701087-DD71-49D5-B52B-EB294BB8F7FA}" presName="textNode" presStyleLbl="node1" presStyleIdx="0" presStyleCnt="4">
        <dgm:presLayoutVars>
          <dgm:bulletEnabled val="1"/>
        </dgm:presLayoutVars>
      </dgm:prSet>
      <dgm:spPr/>
    </dgm:pt>
    <dgm:pt modelId="{A31395BD-9415-3B40-9FBD-91D349B45DD5}" type="pres">
      <dgm:prSet presAssocID="{EAF48096-9C17-4861-ACB5-C9EB9887334F}" presName="sibTrans" presStyleCnt="0"/>
      <dgm:spPr/>
    </dgm:pt>
    <dgm:pt modelId="{513BF89E-354D-2747-BFFA-D3C90FA6AE99}" type="pres">
      <dgm:prSet presAssocID="{2A335E68-5DF0-4344-8390-012AEBF9E83A}" presName="textNode" presStyleLbl="node1" presStyleIdx="1" presStyleCnt="4">
        <dgm:presLayoutVars>
          <dgm:bulletEnabled val="1"/>
        </dgm:presLayoutVars>
      </dgm:prSet>
      <dgm:spPr/>
    </dgm:pt>
    <dgm:pt modelId="{5B67053E-2DB2-3F4E-9ECA-0C7FB8421ADB}" type="pres">
      <dgm:prSet presAssocID="{59466C3D-E0A7-42CE-8D2D-3CDA37EBEDA0}" presName="sibTrans" presStyleCnt="0"/>
      <dgm:spPr/>
    </dgm:pt>
    <dgm:pt modelId="{41241F8B-16FA-E441-A15A-32A00533A356}" type="pres">
      <dgm:prSet presAssocID="{EB11A3C7-EBB7-43E0-97B2-7E7ED173DF56}" presName="textNode" presStyleLbl="node1" presStyleIdx="2" presStyleCnt="4">
        <dgm:presLayoutVars>
          <dgm:bulletEnabled val="1"/>
        </dgm:presLayoutVars>
      </dgm:prSet>
      <dgm:spPr/>
    </dgm:pt>
    <dgm:pt modelId="{11014859-7CD4-1947-9837-DA9647F899DE}" type="pres">
      <dgm:prSet presAssocID="{64C237B5-87ED-400F-AF16-C07BA3DCEC3D}" presName="sibTrans" presStyleCnt="0"/>
      <dgm:spPr/>
    </dgm:pt>
    <dgm:pt modelId="{FF09DD5B-96DD-F048-952E-0D773B8B2B96}" type="pres">
      <dgm:prSet presAssocID="{C7492CA3-432C-4C9D-80DA-5001BD36D5D2}" presName="textNode" presStyleLbl="node1" presStyleIdx="3" presStyleCnt="4">
        <dgm:presLayoutVars>
          <dgm:bulletEnabled val="1"/>
        </dgm:presLayoutVars>
      </dgm:prSet>
      <dgm:spPr/>
    </dgm:pt>
  </dgm:ptLst>
  <dgm:cxnLst>
    <dgm:cxn modelId="{7795A702-FC7C-4840-99B1-2A41EC054A76}" srcId="{EB11A3C7-EBB7-43E0-97B2-7E7ED173DF56}" destId="{40960C29-4487-4B9C-A042-F0F3B4C684CF}" srcOrd="2" destOrd="0" parTransId="{6BB5BE22-B569-41F5-85C3-CD8CE908D80C}" sibTransId="{773C668E-8F80-4023-830F-1545DDC7EF04}"/>
    <dgm:cxn modelId="{A09B190E-DB71-FC40-BCBE-C4CD74960790}" type="presOf" srcId="{041E0257-BAD2-4D80-AFF2-3938368E5635}" destId="{41241F8B-16FA-E441-A15A-32A00533A356}" srcOrd="0" destOrd="1" presId="urn:microsoft.com/office/officeart/2005/8/layout/hProcess9"/>
    <dgm:cxn modelId="{D4A5CD56-E0BB-46F6-8F62-C09031E85963}" srcId="{EB11A3C7-EBB7-43E0-97B2-7E7ED173DF56}" destId="{8287DAD0-7E55-4DAF-87C7-AB36BA8E513F}" srcOrd="1" destOrd="0" parTransId="{43390F33-F185-433B-ABBE-72E3E08B4CFE}" sibTransId="{B5C4FB7F-D2F4-4A6A-B214-34B3F71CB419}"/>
    <dgm:cxn modelId="{E9A0A567-76ED-41D1-9F20-E5022029C817}" srcId="{904B0911-08CF-4E52-B572-F5FF195FAC40}" destId="{C7492CA3-432C-4C9D-80DA-5001BD36D5D2}" srcOrd="3" destOrd="0" parTransId="{E5C2F65D-1E92-4014-B163-3BC355CA4D53}" sibTransId="{9F711DAB-72EC-4921-B2F4-DA6030DA4F05}"/>
    <dgm:cxn modelId="{9A18CE77-5C11-7142-B883-B706E9D24FE9}" type="presOf" srcId="{EB11A3C7-EBB7-43E0-97B2-7E7ED173DF56}" destId="{41241F8B-16FA-E441-A15A-32A00533A356}" srcOrd="0" destOrd="0" presId="urn:microsoft.com/office/officeart/2005/8/layout/hProcess9"/>
    <dgm:cxn modelId="{A3AAA58A-5971-4705-BD18-455BB6392EE8}" srcId="{904B0911-08CF-4E52-B572-F5FF195FAC40}" destId="{2A335E68-5DF0-4344-8390-012AEBF9E83A}" srcOrd="1" destOrd="0" parTransId="{26A12924-FE6C-4C8A-8976-588539F6892D}" sibTransId="{59466C3D-E0A7-42CE-8D2D-3CDA37EBEDA0}"/>
    <dgm:cxn modelId="{81050C93-A5A9-FD48-A94F-ABCD708F5F71}" type="presOf" srcId="{C7492CA3-432C-4C9D-80DA-5001BD36D5D2}" destId="{FF09DD5B-96DD-F048-952E-0D773B8B2B96}" srcOrd="0" destOrd="0" presId="urn:microsoft.com/office/officeart/2005/8/layout/hProcess9"/>
    <dgm:cxn modelId="{0169C8C1-AB48-1B4B-AEAE-B647C53309C8}" type="presOf" srcId="{40960C29-4487-4B9C-A042-F0F3B4C684CF}" destId="{41241F8B-16FA-E441-A15A-32A00533A356}" srcOrd="0" destOrd="3" presId="urn:microsoft.com/office/officeart/2005/8/layout/hProcess9"/>
    <dgm:cxn modelId="{D6F59EC4-B983-42DF-B9E0-D190EEAD6F11}" srcId="{EB11A3C7-EBB7-43E0-97B2-7E7ED173DF56}" destId="{041E0257-BAD2-4D80-AFF2-3938368E5635}" srcOrd="0" destOrd="0" parTransId="{474D57FC-200D-446B-AD3F-8133DB15AB5A}" sibTransId="{A9055825-5098-48A3-A59E-F32A5ED98917}"/>
    <dgm:cxn modelId="{4EF1BBC8-19BA-AF40-BB54-709776B943CC}" type="presOf" srcId="{2A335E68-5DF0-4344-8390-012AEBF9E83A}" destId="{513BF89E-354D-2747-BFFA-D3C90FA6AE99}" srcOrd="0" destOrd="0" presId="urn:microsoft.com/office/officeart/2005/8/layout/hProcess9"/>
    <dgm:cxn modelId="{B227FED7-E225-C543-BD93-AFEC12473DF8}" type="presOf" srcId="{8287DAD0-7E55-4DAF-87C7-AB36BA8E513F}" destId="{41241F8B-16FA-E441-A15A-32A00533A356}" srcOrd="0" destOrd="2" presId="urn:microsoft.com/office/officeart/2005/8/layout/hProcess9"/>
    <dgm:cxn modelId="{4E364FE8-2814-C740-A64A-845DA9427074}" type="presOf" srcId="{B2701087-DD71-49D5-B52B-EB294BB8F7FA}" destId="{E7437552-06B3-7E45-B650-B17B0087275E}" srcOrd="0" destOrd="0" presId="urn:microsoft.com/office/officeart/2005/8/layout/hProcess9"/>
    <dgm:cxn modelId="{5EB902E9-DBC0-A34B-A883-44DB50AB4A97}" type="presOf" srcId="{904B0911-08CF-4E52-B572-F5FF195FAC40}" destId="{A5AB00FE-20C3-0A4C-AF4D-284AD4E1E6E7}" srcOrd="0" destOrd="0" presId="urn:microsoft.com/office/officeart/2005/8/layout/hProcess9"/>
    <dgm:cxn modelId="{6C7D4BEF-2751-4E14-A8EA-33C952C5870B}" srcId="{904B0911-08CF-4E52-B572-F5FF195FAC40}" destId="{B2701087-DD71-49D5-B52B-EB294BB8F7FA}" srcOrd="0" destOrd="0" parTransId="{A67A63DB-B199-466A-B2F4-EB4C8FE80A15}" sibTransId="{EAF48096-9C17-4861-ACB5-C9EB9887334F}"/>
    <dgm:cxn modelId="{21B726FC-61FF-4F39-AAC9-4FE7EA882380}" srcId="{904B0911-08CF-4E52-B572-F5FF195FAC40}" destId="{EB11A3C7-EBB7-43E0-97B2-7E7ED173DF56}" srcOrd="2" destOrd="0" parTransId="{9197FA76-5D7D-4904-9657-6FF47096BD9F}" sibTransId="{64C237B5-87ED-400F-AF16-C07BA3DCEC3D}"/>
    <dgm:cxn modelId="{AFC879C0-4E63-F949-8672-D6A8E0FDB431}" type="presParOf" srcId="{A5AB00FE-20C3-0A4C-AF4D-284AD4E1E6E7}" destId="{5D764E49-0BFE-FD49-8E07-600CD17FAA80}" srcOrd="0" destOrd="0" presId="urn:microsoft.com/office/officeart/2005/8/layout/hProcess9"/>
    <dgm:cxn modelId="{997E298B-3069-E64F-A4DE-ABE204212C60}" type="presParOf" srcId="{A5AB00FE-20C3-0A4C-AF4D-284AD4E1E6E7}" destId="{6C7D1DC3-493E-844B-9191-68FD90FC9C8B}" srcOrd="1" destOrd="0" presId="urn:microsoft.com/office/officeart/2005/8/layout/hProcess9"/>
    <dgm:cxn modelId="{6896344A-CBF1-3F47-8A4A-D375A1D3AB13}" type="presParOf" srcId="{6C7D1DC3-493E-844B-9191-68FD90FC9C8B}" destId="{E7437552-06B3-7E45-B650-B17B0087275E}" srcOrd="0" destOrd="0" presId="urn:microsoft.com/office/officeart/2005/8/layout/hProcess9"/>
    <dgm:cxn modelId="{FA79CA6D-A7B2-AE49-A6CF-9DA74F3FBA3B}" type="presParOf" srcId="{6C7D1DC3-493E-844B-9191-68FD90FC9C8B}" destId="{A31395BD-9415-3B40-9FBD-91D349B45DD5}" srcOrd="1" destOrd="0" presId="urn:microsoft.com/office/officeart/2005/8/layout/hProcess9"/>
    <dgm:cxn modelId="{C79E9819-B6AF-A444-AFBB-04C550848615}" type="presParOf" srcId="{6C7D1DC3-493E-844B-9191-68FD90FC9C8B}" destId="{513BF89E-354D-2747-BFFA-D3C90FA6AE99}" srcOrd="2" destOrd="0" presId="urn:microsoft.com/office/officeart/2005/8/layout/hProcess9"/>
    <dgm:cxn modelId="{A4B0994F-CE6C-2148-A18F-36D806257D7F}" type="presParOf" srcId="{6C7D1DC3-493E-844B-9191-68FD90FC9C8B}" destId="{5B67053E-2DB2-3F4E-9ECA-0C7FB8421ADB}" srcOrd="3" destOrd="0" presId="urn:microsoft.com/office/officeart/2005/8/layout/hProcess9"/>
    <dgm:cxn modelId="{CABE865B-D390-0D4F-9A0F-963A915807AE}" type="presParOf" srcId="{6C7D1DC3-493E-844B-9191-68FD90FC9C8B}" destId="{41241F8B-16FA-E441-A15A-32A00533A356}" srcOrd="4" destOrd="0" presId="urn:microsoft.com/office/officeart/2005/8/layout/hProcess9"/>
    <dgm:cxn modelId="{E4AFC48B-8C24-F244-B811-C441B8AC17E2}" type="presParOf" srcId="{6C7D1DC3-493E-844B-9191-68FD90FC9C8B}" destId="{11014859-7CD4-1947-9837-DA9647F899DE}" srcOrd="5" destOrd="0" presId="urn:microsoft.com/office/officeart/2005/8/layout/hProcess9"/>
    <dgm:cxn modelId="{D5E4755B-E59B-0543-9EFA-283F00568038}" type="presParOf" srcId="{6C7D1DC3-493E-844B-9191-68FD90FC9C8B}" destId="{FF09DD5B-96DD-F048-952E-0D773B8B2B96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3B647A-02C1-D048-B591-4FFCDCC86B7D}">
      <dsp:nvSpPr>
        <dsp:cNvPr id="0" name=""/>
        <dsp:cNvSpPr/>
      </dsp:nvSpPr>
      <dsp:spPr>
        <a:xfrm>
          <a:off x="801820" y="137"/>
          <a:ext cx="1767404" cy="10604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Poetry – Open-source project for a Python package management system.</a:t>
          </a:r>
        </a:p>
      </dsp:txBody>
      <dsp:txXfrm>
        <a:off x="801820" y="137"/>
        <a:ext cx="1767404" cy="1060442"/>
      </dsp:txXfrm>
    </dsp:sp>
    <dsp:sp modelId="{B64E7A52-28F5-7F49-B46E-008D61869A9B}">
      <dsp:nvSpPr>
        <dsp:cNvPr id="0" name=""/>
        <dsp:cNvSpPr/>
      </dsp:nvSpPr>
      <dsp:spPr>
        <a:xfrm>
          <a:off x="2745964" y="137"/>
          <a:ext cx="1767404" cy="10604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Crucial for Python dependency management, used widely in the open-source ecosystem.</a:t>
          </a:r>
        </a:p>
      </dsp:txBody>
      <dsp:txXfrm>
        <a:off x="2745964" y="137"/>
        <a:ext cx="1767404" cy="1060442"/>
      </dsp:txXfrm>
    </dsp:sp>
    <dsp:sp modelId="{A52F397F-9F21-EB4D-B22A-C1964CBD4670}">
      <dsp:nvSpPr>
        <dsp:cNvPr id="0" name=""/>
        <dsp:cNvSpPr/>
      </dsp:nvSpPr>
      <dsp:spPr>
        <a:xfrm>
          <a:off x="801820" y="1237320"/>
          <a:ext cx="1767404" cy="10604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Maintained on Github</a:t>
          </a:r>
        </a:p>
      </dsp:txBody>
      <dsp:txXfrm>
        <a:off x="801820" y="1237320"/>
        <a:ext cx="1767404" cy="1060442"/>
      </dsp:txXfrm>
    </dsp:sp>
    <dsp:sp modelId="{E01A0EC0-80A3-A44C-9A37-D8032A6B728C}">
      <dsp:nvSpPr>
        <dsp:cNvPr id="0" name=""/>
        <dsp:cNvSpPr/>
      </dsp:nvSpPr>
      <dsp:spPr>
        <a:xfrm>
          <a:off x="2745964" y="1237320"/>
          <a:ext cx="1767404" cy="10604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592 contributors, 2.3k forks,  33.1k stars</a:t>
          </a:r>
        </a:p>
      </dsp:txBody>
      <dsp:txXfrm>
        <a:off x="2745964" y="1237320"/>
        <a:ext cx="1767404" cy="1060442"/>
      </dsp:txXfrm>
    </dsp:sp>
    <dsp:sp modelId="{04664AD6-F7F8-7849-8160-3A2D36C0ABF9}">
      <dsp:nvSpPr>
        <dsp:cNvPr id="0" name=""/>
        <dsp:cNvSpPr/>
      </dsp:nvSpPr>
      <dsp:spPr>
        <a:xfrm>
          <a:off x="801820" y="2474503"/>
          <a:ext cx="1767404" cy="10604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First release (version 0.2.0) was March 1, 2018</a:t>
          </a:r>
        </a:p>
      </dsp:txBody>
      <dsp:txXfrm>
        <a:off x="801820" y="2474503"/>
        <a:ext cx="1767404" cy="1060442"/>
      </dsp:txXfrm>
    </dsp:sp>
    <dsp:sp modelId="{B26716FE-876E-AE45-83F4-847357D459C8}">
      <dsp:nvSpPr>
        <dsp:cNvPr id="0" name=""/>
        <dsp:cNvSpPr/>
      </dsp:nvSpPr>
      <dsp:spPr>
        <a:xfrm>
          <a:off x="2745964" y="2474503"/>
          <a:ext cx="1767404" cy="106044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Project: Generate insights by analyzing repository issues</a:t>
          </a:r>
        </a:p>
      </dsp:txBody>
      <dsp:txXfrm>
        <a:off x="2745964" y="2474503"/>
        <a:ext cx="1767404" cy="10604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D40198-ABCE-0641-B1F6-B910BB3BCD8D}">
      <dsp:nvSpPr>
        <dsp:cNvPr id="0" name=""/>
        <dsp:cNvSpPr/>
      </dsp:nvSpPr>
      <dsp:spPr>
        <a:xfrm>
          <a:off x="6253620" y="904951"/>
          <a:ext cx="2606031" cy="4134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727"/>
              </a:lnTo>
              <a:lnTo>
                <a:pt x="2606031" y="281727"/>
              </a:lnTo>
              <a:lnTo>
                <a:pt x="2606031" y="4134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FE341B-FFE2-FB44-93D3-491206528D9E}">
      <dsp:nvSpPr>
        <dsp:cNvPr id="0" name=""/>
        <dsp:cNvSpPr/>
      </dsp:nvSpPr>
      <dsp:spPr>
        <a:xfrm>
          <a:off x="6253620" y="904951"/>
          <a:ext cx="868677" cy="4134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727"/>
              </a:lnTo>
              <a:lnTo>
                <a:pt x="868677" y="281727"/>
              </a:lnTo>
              <a:lnTo>
                <a:pt x="868677" y="4134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FE5D37-C390-304B-A21C-A1BBC679DE72}">
      <dsp:nvSpPr>
        <dsp:cNvPr id="0" name=""/>
        <dsp:cNvSpPr/>
      </dsp:nvSpPr>
      <dsp:spPr>
        <a:xfrm>
          <a:off x="5384943" y="904951"/>
          <a:ext cx="868677" cy="413411"/>
        </a:xfrm>
        <a:custGeom>
          <a:avLst/>
          <a:gdLst/>
          <a:ahLst/>
          <a:cxnLst/>
          <a:rect l="0" t="0" r="0" b="0"/>
          <a:pathLst>
            <a:path>
              <a:moveTo>
                <a:pt x="868677" y="0"/>
              </a:moveTo>
              <a:lnTo>
                <a:pt x="868677" y="281727"/>
              </a:lnTo>
              <a:lnTo>
                <a:pt x="0" y="281727"/>
              </a:lnTo>
              <a:lnTo>
                <a:pt x="0" y="4134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68531B-424C-6D4B-A6C5-480AFA3373CA}">
      <dsp:nvSpPr>
        <dsp:cNvPr id="0" name=""/>
        <dsp:cNvSpPr/>
      </dsp:nvSpPr>
      <dsp:spPr>
        <a:xfrm>
          <a:off x="3647589" y="2220997"/>
          <a:ext cx="1737354" cy="4134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81727"/>
              </a:lnTo>
              <a:lnTo>
                <a:pt x="1737354" y="281727"/>
              </a:lnTo>
              <a:lnTo>
                <a:pt x="1737354" y="41341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402EC4-2F63-A84F-8C1C-280C54BC339E}">
      <dsp:nvSpPr>
        <dsp:cNvPr id="0" name=""/>
        <dsp:cNvSpPr/>
      </dsp:nvSpPr>
      <dsp:spPr>
        <a:xfrm>
          <a:off x="3601869" y="2220997"/>
          <a:ext cx="91440" cy="413411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341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717C60-C57E-1241-931B-BF9CAE5A4067}">
      <dsp:nvSpPr>
        <dsp:cNvPr id="0" name=""/>
        <dsp:cNvSpPr/>
      </dsp:nvSpPr>
      <dsp:spPr>
        <a:xfrm>
          <a:off x="1910235" y="2220997"/>
          <a:ext cx="1737354" cy="413411"/>
        </a:xfrm>
        <a:custGeom>
          <a:avLst/>
          <a:gdLst/>
          <a:ahLst/>
          <a:cxnLst/>
          <a:rect l="0" t="0" r="0" b="0"/>
          <a:pathLst>
            <a:path>
              <a:moveTo>
                <a:pt x="1737354" y="0"/>
              </a:moveTo>
              <a:lnTo>
                <a:pt x="1737354" y="281727"/>
              </a:lnTo>
              <a:lnTo>
                <a:pt x="0" y="281727"/>
              </a:lnTo>
              <a:lnTo>
                <a:pt x="0" y="413411"/>
              </a:lnTo>
            </a:path>
          </a:pathLst>
        </a:custGeom>
        <a:noFill/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4070F9-68F6-9D46-926F-B958D1B72551}">
      <dsp:nvSpPr>
        <dsp:cNvPr id="0" name=""/>
        <dsp:cNvSpPr/>
      </dsp:nvSpPr>
      <dsp:spPr>
        <a:xfrm>
          <a:off x="3647589" y="904951"/>
          <a:ext cx="2606031" cy="413411"/>
        </a:xfrm>
        <a:custGeom>
          <a:avLst/>
          <a:gdLst/>
          <a:ahLst/>
          <a:cxnLst/>
          <a:rect l="0" t="0" r="0" b="0"/>
          <a:pathLst>
            <a:path>
              <a:moveTo>
                <a:pt x="2606031" y="0"/>
              </a:moveTo>
              <a:lnTo>
                <a:pt x="2606031" y="281727"/>
              </a:lnTo>
              <a:lnTo>
                <a:pt x="0" y="281727"/>
              </a:lnTo>
              <a:lnTo>
                <a:pt x="0" y="413411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4F743F-0ED3-E84D-8C79-94C78CAD5BC8}">
      <dsp:nvSpPr>
        <dsp:cNvPr id="0" name=""/>
        <dsp:cNvSpPr/>
      </dsp:nvSpPr>
      <dsp:spPr>
        <a:xfrm>
          <a:off x="5542885" y="2317"/>
          <a:ext cx="1421471" cy="9026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56C349C-CAE4-6048-ABCE-C4949D52861E}">
      <dsp:nvSpPr>
        <dsp:cNvPr id="0" name=""/>
        <dsp:cNvSpPr/>
      </dsp:nvSpPr>
      <dsp:spPr>
        <a:xfrm>
          <a:off x="5700826" y="152361"/>
          <a:ext cx="1421471" cy="902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Functional Requirements</a:t>
          </a:r>
        </a:p>
      </dsp:txBody>
      <dsp:txXfrm>
        <a:off x="5727263" y="178798"/>
        <a:ext cx="1368597" cy="849760"/>
      </dsp:txXfrm>
    </dsp:sp>
    <dsp:sp modelId="{FDBC8E8A-1B08-AE48-8A14-EB68554E6096}">
      <dsp:nvSpPr>
        <dsp:cNvPr id="0" name=""/>
        <dsp:cNvSpPr/>
      </dsp:nvSpPr>
      <dsp:spPr>
        <a:xfrm>
          <a:off x="2936854" y="1318363"/>
          <a:ext cx="1421471" cy="9026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2E03BC-AAA2-7F46-880E-C4424D4D30EC}">
      <dsp:nvSpPr>
        <dsp:cNvPr id="0" name=""/>
        <dsp:cNvSpPr/>
      </dsp:nvSpPr>
      <dsp:spPr>
        <a:xfrm>
          <a:off x="3094795" y="1468407"/>
          <a:ext cx="1421471" cy="902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Produce 3 analyses</a:t>
          </a:r>
        </a:p>
      </dsp:txBody>
      <dsp:txXfrm>
        <a:off x="3121232" y="1494844"/>
        <a:ext cx="1368597" cy="849760"/>
      </dsp:txXfrm>
    </dsp:sp>
    <dsp:sp modelId="{CFEB3A69-7067-CA49-B3CA-F479F04D6F11}">
      <dsp:nvSpPr>
        <dsp:cNvPr id="0" name=""/>
        <dsp:cNvSpPr/>
      </dsp:nvSpPr>
      <dsp:spPr>
        <a:xfrm>
          <a:off x="1199499" y="2634408"/>
          <a:ext cx="1421471" cy="90263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739923-086F-4F41-AC31-393F5F081331}">
      <dsp:nvSpPr>
        <dsp:cNvPr id="0" name=""/>
        <dsp:cNvSpPr/>
      </dsp:nvSpPr>
      <dsp:spPr>
        <a:xfrm>
          <a:off x="1357441" y="2784453"/>
          <a:ext cx="1421471" cy="902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Analyze issue creation trends over time</a:t>
          </a:r>
        </a:p>
      </dsp:txBody>
      <dsp:txXfrm>
        <a:off x="1383878" y="2810890"/>
        <a:ext cx="1368597" cy="849760"/>
      </dsp:txXfrm>
    </dsp:sp>
    <dsp:sp modelId="{EE5D1417-DAE8-3B42-BF09-8BF318003E11}">
      <dsp:nvSpPr>
        <dsp:cNvPr id="0" name=""/>
        <dsp:cNvSpPr/>
      </dsp:nvSpPr>
      <dsp:spPr>
        <a:xfrm>
          <a:off x="2936854" y="2634408"/>
          <a:ext cx="1421471" cy="90263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19D01-0148-C244-80DD-F8C1441CE486}">
      <dsp:nvSpPr>
        <dsp:cNvPr id="0" name=""/>
        <dsp:cNvSpPr/>
      </dsp:nvSpPr>
      <dsp:spPr>
        <a:xfrm>
          <a:off x="3094795" y="2784453"/>
          <a:ext cx="1421471" cy="902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Visualize contributor relationships.</a:t>
          </a:r>
        </a:p>
      </dsp:txBody>
      <dsp:txXfrm>
        <a:off x="3121232" y="2810890"/>
        <a:ext cx="1368597" cy="849760"/>
      </dsp:txXfrm>
    </dsp:sp>
    <dsp:sp modelId="{1940B432-E5C6-2E4B-89EE-4803F99D3838}">
      <dsp:nvSpPr>
        <dsp:cNvPr id="0" name=""/>
        <dsp:cNvSpPr/>
      </dsp:nvSpPr>
      <dsp:spPr>
        <a:xfrm>
          <a:off x="4674208" y="2634408"/>
          <a:ext cx="1421471" cy="90263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DD3A1C-560F-FB4F-8E6B-A639F035D468}">
      <dsp:nvSpPr>
        <dsp:cNvPr id="0" name=""/>
        <dsp:cNvSpPr/>
      </dsp:nvSpPr>
      <dsp:spPr>
        <a:xfrm>
          <a:off x="4832149" y="2784453"/>
          <a:ext cx="1421471" cy="902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Calculate average and median issue resolution time.</a:t>
          </a:r>
        </a:p>
      </dsp:txBody>
      <dsp:txXfrm>
        <a:off x="4858586" y="2810890"/>
        <a:ext cx="1368597" cy="849760"/>
      </dsp:txXfrm>
    </dsp:sp>
    <dsp:sp modelId="{0589A7A8-E145-E048-A2AF-E6BC2FEE9994}">
      <dsp:nvSpPr>
        <dsp:cNvPr id="0" name=""/>
        <dsp:cNvSpPr/>
      </dsp:nvSpPr>
      <dsp:spPr>
        <a:xfrm>
          <a:off x="4674208" y="1318363"/>
          <a:ext cx="1421471" cy="9026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19B130-8E32-AD40-8347-E27DC4F09C28}">
      <dsp:nvSpPr>
        <dsp:cNvPr id="0" name=""/>
        <dsp:cNvSpPr/>
      </dsp:nvSpPr>
      <dsp:spPr>
        <a:xfrm>
          <a:off x="4832149" y="1468407"/>
          <a:ext cx="1421471" cy="902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One analysis must take an input and provide insight about the subset of issues relevant to that input</a:t>
          </a:r>
        </a:p>
      </dsp:txBody>
      <dsp:txXfrm>
        <a:off x="4858586" y="1494844"/>
        <a:ext cx="1368597" cy="849760"/>
      </dsp:txXfrm>
    </dsp:sp>
    <dsp:sp modelId="{715D3EF2-CDA0-4A4E-A26E-DC088F69415B}">
      <dsp:nvSpPr>
        <dsp:cNvPr id="0" name=""/>
        <dsp:cNvSpPr/>
      </dsp:nvSpPr>
      <dsp:spPr>
        <a:xfrm>
          <a:off x="6411562" y="1318363"/>
          <a:ext cx="1421471" cy="9026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CAD998-7085-5941-A129-FB14C996C21D}">
      <dsp:nvSpPr>
        <dsp:cNvPr id="0" name=""/>
        <dsp:cNvSpPr/>
      </dsp:nvSpPr>
      <dsp:spPr>
        <a:xfrm>
          <a:off x="6569503" y="1468407"/>
          <a:ext cx="1421471" cy="902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At least 2 analyses must make use of charts</a:t>
          </a:r>
        </a:p>
      </dsp:txBody>
      <dsp:txXfrm>
        <a:off x="6595940" y="1494844"/>
        <a:ext cx="1368597" cy="849760"/>
      </dsp:txXfrm>
    </dsp:sp>
    <dsp:sp modelId="{DB8B9645-75DE-A842-8CF0-713DB0F3733E}">
      <dsp:nvSpPr>
        <dsp:cNvPr id="0" name=""/>
        <dsp:cNvSpPr/>
      </dsp:nvSpPr>
      <dsp:spPr>
        <a:xfrm>
          <a:off x="8148916" y="1318363"/>
          <a:ext cx="1421471" cy="90263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41275-847C-2C49-9D40-68F598D8F837}">
      <dsp:nvSpPr>
        <dsp:cNvPr id="0" name=""/>
        <dsp:cNvSpPr/>
      </dsp:nvSpPr>
      <dsp:spPr>
        <a:xfrm>
          <a:off x="8306857" y="1468407"/>
          <a:ext cx="1421471" cy="9026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 dirty="0"/>
            <a:t>Build modular scripts for data preprocessing and analysis.</a:t>
          </a:r>
        </a:p>
      </dsp:txBody>
      <dsp:txXfrm>
        <a:off x="8333294" y="1494844"/>
        <a:ext cx="1368597" cy="8497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BB1E62-5096-F242-92C7-5809AD28989F}">
      <dsp:nvSpPr>
        <dsp:cNvPr id="0" name=""/>
        <dsp:cNvSpPr/>
      </dsp:nvSpPr>
      <dsp:spPr>
        <a:xfrm>
          <a:off x="5340923" y="1405930"/>
          <a:ext cx="4058717" cy="643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771"/>
              </a:lnTo>
              <a:lnTo>
                <a:pt x="4058717" y="438771"/>
              </a:lnTo>
              <a:lnTo>
                <a:pt x="4058717" y="6438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1A43501-170C-D34D-AE7D-A4931DA51C38}">
      <dsp:nvSpPr>
        <dsp:cNvPr id="0" name=""/>
        <dsp:cNvSpPr/>
      </dsp:nvSpPr>
      <dsp:spPr>
        <a:xfrm>
          <a:off x="5340923" y="1405930"/>
          <a:ext cx="1352905" cy="64386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8771"/>
              </a:lnTo>
              <a:lnTo>
                <a:pt x="1352905" y="438771"/>
              </a:lnTo>
              <a:lnTo>
                <a:pt x="1352905" y="6438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F873D5-4AE3-D844-9E3B-D8B1F0B13737}">
      <dsp:nvSpPr>
        <dsp:cNvPr id="0" name=""/>
        <dsp:cNvSpPr/>
      </dsp:nvSpPr>
      <dsp:spPr>
        <a:xfrm>
          <a:off x="3988017" y="1405930"/>
          <a:ext cx="1352905" cy="643860"/>
        </a:xfrm>
        <a:custGeom>
          <a:avLst/>
          <a:gdLst/>
          <a:ahLst/>
          <a:cxnLst/>
          <a:rect l="0" t="0" r="0" b="0"/>
          <a:pathLst>
            <a:path>
              <a:moveTo>
                <a:pt x="1352905" y="0"/>
              </a:moveTo>
              <a:lnTo>
                <a:pt x="1352905" y="438771"/>
              </a:lnTo>
              <a:lnTo>
                <a:pt x="0" y="438771"/>
              </a:lnTo>
              <a:lnTo>
                <a:pt x="0" y="6438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D3ACE8F-813B-534A-AF02-B3307B85928C}">
      <dsp:nvSpPr>
        <dsp:cNvPr id="0" name=""/>
        <dsp:cNvSpPr/>
      </dsp:nvSpPr>
      <dsp:spPr>
        <a:xfrm>
          <a:off x="1282205" y="1405930"/>
          <a:ext cx="4058717" cy="643860"/>
        </a:xfrm>
        <a:custGeom>
          <a:avLst/>
          <a:gdLst/>
          <a:ahLst/>
          <a:cxnLst/>
          <a:rect l="0" t="0" r="0" b="0"/>
          <a:pathLst>
            <a:path>
              <a:moveTo>
                <a:pt x="4058717" y="0"/>
              </a:moveTo>
              <a:lnTo>
                <a:pt x="4058717" y="438771"/>
              </a:lnTo>
              <a:lnTo>
                <a:pt x="0" y="438771"/>
              </a:lnTo>
              <a:lnTo>
                <a:pt x="0" y="643860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6F228D-2074-4640-B3EB-1BBA6CBEA688}">
      <dsp:nvSpPr>
        <dsp:cNvPr id="0" name=""/>
        <dsp:cNvSpPr/>
      </dsp:nvSpPr>
      <dsp:spPr>
        <a:xfrm>
          <a:off x="4234000" y="138"/>
          <a:ext cx="2213845" cy="140579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2A2D97-204A-FC4E-9FD6-C7934FB5A603}">
      <dsp:nvSpPr>
        <dsp:cNvPr id="0" name=""/>
        <dsp:cNvSpPr/>
      </dsp:nvSpPr>
      <dsp:spPr>
        <a:xfrm>
          <a:off x="4479983" y="233822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Non-Functional Requirements</a:t>
          </a:r>
        </a:p>
      </dsp:txBody>
      <dsp:txXfrm>
        <a:off x="4521157" y="274996"/>
        <a:ext cx="2131497" cy="1323444"/>
      </dsp:txXfrm>
    </dsp:sp>
    <dsp:sp modelId="{2BA22214-2295-F642-B1BA-D0628118C413}">
      <dsp:nvSpPr>
        <dsp:cNvPr id="0" name=""/>
        <dsp:cNvSpPr/>
      </dsp:nvSpPr>
      <dsp:spPr>
        <a:xfrm>
          <a:off x="175282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5EE50B-9EFC-3446-A8DA-5CCD66AE94FE}">
      <dsp:nvSpPr>
        <dsp:cNvPr id="0" name=""/>
        <dsp:cNvSpPr/>
      </dsp:nvSpPr>
      <dsp:spPr>
        <a:xfrm>
          <a:off x="421265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Use only open-source libraries</a:t>
          </a:r>
        </a:p>
      </dsp:txBody>
      <dsp:txXfrm>
        <a:off x="462439" y="2324648"/>
        <a:ext cx="2131497" cy="1323444"/>
      </dsp:txXfrm>
    </dsp:sp>
    <dsp:sp modelId="{A48CDBAF-3B72-7043-A9BA-A90FDE0810CF}">
      <dsp:nvSpPr>
        <dsp:cNvPr id="0" name=""/>
        <dsp:cNvSpPr/>
      </dsp:nvSpPr>
      <dsp:spPr>
        <a:xfrm>
          <a:off x="2881094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3F0860-BA5F-404C-868E-3D6323E89063}">
      <dsp:nvSpPr>
        <dsp:cNvPr id="0" name=""/>
        <dsp:cNvSpPr/>
      </dsp:nvSpPr>
      <dsp:spPr>
        <a:xfrm>
          <a:off x="3127077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Code must be maintainable and modular.</a:t>
          </a:r>
        </a:p>
      </dsp:txBody>
      <dsp:txXfrm>
        <a:off x="3168251" y="2324648"/>
        <a:ext cx="2131497" cy="1323444"/>
      </dsp:txXfrm>
    </dsp:sp>
    <dsp:sp modelId="{3FD2538B-C0DD-5B49-AA11-2E9FD7CED1E9}">
      <dsp:nvSpPr>
        <dsp:cNvPr id="0" name=""/>
        <dsp:cNvSpPr/>
      </dsp:nvSpPr>
      <dsp:spPr>
        <a:xfrm>
          <a:off x="5586905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746F57-F1CE-ED4F-889F-A5EAA5CA9F94}">
      <dsp:nvSpPr>
        <dsp:cNvPr id="0" name=""/>
        <dsp:cNvSpPr/>
      </dsp:nvSpPr>
      <dsp:spPr>
        <a:xfrm>
          <a:off x="5832888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Output should include interactive and static visualizations.</a:t>
          </a:r>
        </a:p>
      </dsp:txBody>
      <dsp:txXfrm>
        <a:off x="5874062" y="2324648"/>
        <a:ext cx="2131497" cy="1323444"/>
      </dsp:txXfrm>
    </dsp:sp>
    <dsp:sp modelId="{A5E6F7D8-228D-5041-A53F-C01CE2FAECC3}">
      <dsp:nvSpPr>
        <dsp:cNvPr id="0" name=""/>
        <dsp:cNvSpPr/>
      </dsp:nvSpPr>
      <dsp:spPr>
        <a:xfrm>
          <a:off x="8292717" y="2049790"/>
          <a:ext cx="2213845" cy="140579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B66D79-AED1-7B46-9DDB-7C840D8D6044}">
      <dsp:nvSpPr>
        <dsp:cNvPr id="0" name=""/>
        <dsp:cNvSpPr/>
      </dsp:nvSpPr>
      <dsp:spPr>
        <a:xfrm>
          <a:off x="8538700" y="2283474"/>
          <a:ext cx="2213845" cy="14057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Code and plots should be reproducible by others.</a:t>
          </a:r>
        </a:p>
      </dsp:txBody>
      <dsp:txXfrm>
        <a:off x="8579874" y="2324648"/>
        <a:ext cx="2131497" cy="132344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250D3-465E-401E-9D8A-0C113B42D2A4}">
      <dsp:nvSpPr>
        <dsp:cNvPr id="0" name=""/>
        <dsp:cNvSpPr/>
      </dsp:nvSpPr>
      <dsp:spPr>
        <a:xfrm>
          <a:off x="1061437" y="405638"/>
          <a:ext cx="1141382" cy="1141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29658-98BD-44FF-83F8-DD6448B56EF5}">
      <dsp:nvSpPr>
        <dsp:cNvPr id="0" name=""/>
        <dsp:cNvSpPr/>
      </dsp:nvSpPr>
      <dsp:spPr>
        <a:xfrm>
          <a:off x="1582" y="1670780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Analysis 1</a:t>
          </a:r>
        </a:p>
      </dsp:txBody>
      <dsp:txXfrm>
        <a:off x="1582" y="1670780"/>
        <a:ext cx="3261093" cy="489164"/>
      </dsp:txXfrm>
    </dsp:sp>
    <dsp:sp modelId="{395651DC-B2E9-4160-B9A8-6CAF4E62640E}">
      <dsp:nvSpPr>
        <dsp:cNvPr id="0" name=""/>
        <dsp:cNvSpPr/>
      </dsp:nvSpPr>
      <dsp:spPr>
        <a:xfrm>
          <a:off x="1582" y="2217507"/>
          <a:ext cx="3261093" cy="1066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Time analysis: Visualize the trend of issue creation over time</a:t>
          </a:r>
        </a:p>
      </dsp:txBody>
      <dsp:txXfrm>
        <a:off x="1582" y="2217507"/>
        <a:ext cx="3261093" cy="1066259"/>
      </dsp:txXfrm>
    </dsp:sp>
    <dsp:sp modelId="{D8465790-7890-4869-95DF-06766E542FD7}">
      <dsp:nvSpPr>
        <dsp:cNvPr id="0" name=""/>
        <dsp:cNvSpPr/>
      </dsp:nvSpPr>
      <dsp:spPr>
        <a:xfrm>
          <a:off x="4893223" y="405638"/>
          <a:ext cx="1141382" cy="1141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CF2B73-7878-469E-ACA3-7CD6D1DC30C7}">
      <dsp:nvSpPr>
        <dsp:cNvPr id="0" name=""/>
        <dsp:cNvSpPr/>
      </dsp:nvSpPr>
      <dsp:spPr>
        <a:xfrm>
          <a:off x="3833367" y="1670780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Analysis 2</a:t>
          </a:r>
        </a:p>
      </dsp:txBody>
      <dsp:txXfrm>
        <a:off x="3833367" y="1670780"/>
        <a:ext cx="3261093" cy="489164"/>
      </dsp:txXfrm>
    </dsp:sp>
    <dsp:sp modelId="{C36EED8F-5823-4425-B54D-0408184BB895}">
      <dsp:nvSpPr>
        <dsp:cNvPr id="0" name=""/>
        <dsp:cNvSpPr/>
      </dsp:nvSpPr>
      <dsp:spPr>
        <a:xfrm>
          <a:off x="3833367" y="2217507"/>
          <a:ext cx="3261093" cy="1066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Contributor Network Analysis: Visualize which users are working together</a:t>
          </a:r>
        </a:p>
      </dsp:txBody>
      <dsp:txXfrm>
        <a:off x="3833367" y="2217507"/>
        <a:ext cx="3261093" cy="1066259"/>
      </dsp:txXfrm>
    </dsp:sp>
    <dsp:sp modelId="{87463D1A-03C4-44BD-AB5C-6B0624DD2776}">
      <dsp:nvSpPr>
        <dsp:cNvPr id="0" name=""/>
        <dsp:cNvSpPr/>
      </dsp:nvSpPr>
      <dsp:spPr>
        <a:xfrm>
          <a:off x="8725008" y="405638"/>
          <a:ext cx="1141382" cy="1141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2835E4-CE63-4025-8B3E-E5A102698970}">
      <dsp:nvSpPr>
        <dsp:cNvPr id="0" name=""/>
        <dsp:cNvSpPr/>
      </dsp:nvSpPr>
      <dsp:spPr>
        <a:xfrm>
          <a:off x="7665152" y="1670780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kern="1200"/>
            <a:t>Analysis 3</a:t>
          </a:r>
        </a:p>
      </dsp:txBody>
      <dsp:txXfrm>
        <a:off x="7665152" y="1670780"/>
        <a:ext cx="3261093" cy="489164"/>
      </dsp:txXfrm>
    </dsp:sp>
    <dsp:sp modelId="{39C1F736-4154-4B52-8CFD-490D41C2A01B}">
      <dsp:nvSpPr>
        <dsp:cNvPr id="0" name=""/>
        <dsp:cNvSpPr/>
      </dsp:nvSpPr>
      <dsp:spPr>
        <a:xfrm>
          <a:off x="7665152" y="2217507"/>
          <a:ext cx="3261093" cy="10662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Issue Lifecycle Analysis: Examines how long issues remain open and identifies patterns in issue resolution</a:t>
          </a:r>
        </a:p>
      </dsp:txBody>
      <dsp:txXfrm>
        <a:off x="7665152" y="2217507"/>
        <a:ext cx="3261093" cy="10662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B11DA-5240-4C1B-8E82-4A7586F5FE6D}">
      <dsp:nvSpPr>
        <dsp:cNvPr id="0" name=""/>
        <dsp:cNvSpPr/>
      </dsp:nvSpPr>
      <dsp:spPr>
        <a:xfrm>
          <a:off x="0" y="450"/>
          <a:ext cx="10927829" cy="10538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B1896F-F8C1-4BB5-B777-2D82816E182D}">
      <dsp:nvSpPr>
        <dsp:cNvPr id="0" name=""/>
        <dsp:cNvSpPr/>
      </dsp:nvSpPr>
      <dsp:spPr>
        <a:xfrm>
          <a:off x="318792" y="237568"/>
          <a:ext cx="579622" cy="5796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4D06B-0372-4F28-94A6-AB4E98133B80}">
      <dsp:nvSpPr>
        <dsp:cNvPr id="0" name=""/>
        <dsp:cNvSpPr/>
      </dsp:nvSpPr>
      <dsp:spPr>
        <a:xfrm>
          <a:off x="1217206" y="450"/>
          <a:ext cx="9710622" cy="1053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33" tIns="111533" rIns="111533" bIns="11153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[GitHub API / JSON Data]</a:t>
          </a:r>
        </a:p>
      </dsp:txBody>
      <dsp:txXfrm>
        <a:off x="1217206" y="450"/>
        <a:ext cx="9710622" cy="1053858"/>
      </dsp:txXfrm>
    </dsp:sp>
    <dsp:sp modelId="{334532A2-7E24-492E-B12A-208E57086024}">
      <dsp:nvSpPr>
        <dsp:cNvPr id="0" name=""/>
        <dsp:cNvSpPr/>
      </dsp:nvSpPr>
      <dsp:spPr>
        <a:xfrm>
          <a:off x="0" y="1317773"/>
          <a:ext cx="10927829" cy="10538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BA0F79-2BB0-4404-A04C-253211FD936E}">
      <dsp:nvSpPr>
        <dsp:cNvPr id="0" name=""/>
        <dsp:cNvSpPr/>
      </dsp:nvSpPr>
      <dsp:spPr>
        <a:xfrm>
          <a:off x="318792" y="1554891"/>
          <a:ext cx="579622" cy="5796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F5315B-B5B3-45BE-80F3-452D53C1FB1D}">
      <dsp:nvSpPr>
        <dsp:cNvPr id="0" name=""/>
        <dsp:cNvSpPr/>
      </dsp:nvSpPr>
      <dsp:spPr>
        <a:xfrm>
          <a:off x="1217206" y="1317773"/>
          <a:ext cx="9710622" cy="1053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33" tIns="111533" rIns="111533" bIns="11153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[</a:t>
          </a:r>
          <a:r>
            <a:rPr lang="en-US" sz="2500" kern="1200" dirty="0" err="1"/>
            <a:t>DataLoader.py</a:t>
          </a:r>
          <a:r>
            <a:rPr lang="en-US" sz="2500" kern="1200" dirty="0"/>
            <a:t>] → [Preprocessed </a:t>
          </a:r>
          <a:r>
            <a:rPr lang="en-US" sz="2500" kern="1200" dirty="0" err="1"/>
            <a:t>DataFrame</a:t>
          </a:r>
          <a:r>
            <a:rPr lang="en-US" sz="2500" kern="1200" dirty="0"/>
            <a:t>]</a:t>
          </a:r>
        </a:p>
      </dsp:txBody>
      <dsp:txXfrm>
        <a:off x="1217206" y="1317773"/>
        <a:ext cx="9710622" cy="1053858"/>
      </dsp:txXfrm>
    </dsp:sp>
    <dsp:sp modelId="{7B81F037-EDCB-4FF1-89E8-052C2F10700A}">
      <dsp:nvSpPr>
        <dsp:cNvPr id="0" name=""/>
        <dsp:cNvSpPr/>
      </dsp:nvSpPr>
      <dsp:spPr>
        <a:xfrm>
          <a:off x="0" y="2635096"/>
          <a:ext cx="10927829" cy="105385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255F7B-017E-45A8-9709-5D309FA5F93E}">
      <dsp:nvSpPr>
        <dsp:cNvPr id="0" name=""/>
        <dsp:cNvSpPr/>
      </dsp:nvSpPr>
      <dsp:spPr>
        <a:xfrm>
          <a:off x="318792" y="2872214"/>
          <a:ext cx="579622" cy="5796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522399-D2AE-4D22-9DE9-9FB5FD60EAAE}">
      <dsp:nvSpPr>
        <dsp:cNvPr id="0" name=""/>
        <dsp:cNvSpPr/>
      </dsp:nvSpPr>
      <dsp:spPr>
        <a:xfrm>
          <a:off x="1217206" y="2635096"/>
          <a:ext cx="9710622" cy="10538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1533" tIns="111533" rIns="111533" bIns="11153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[Analysis Modules] → [Visualizations + CSVs]</a:t>
          </a:r>
        </a:p>
      </dsp:txBody>
      <dsp:txXfrm>
        <a:off x="1217206" y="2635096"/>
        <a:ext cx="9710622" cy="10538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764E49-0BFE-FD49-8E07-600CD17FAA80}">
      <dsp:nvSpPr>
        <dsp:cNvPr id="0" name=""/>
        <dsp:cNvSpPr/>
      </dsp:nvSpPr>
      <dsp:spPr>
        <a:xfrm>
          <a:off x="819587" y="0"/>
          <a:ext cx="9288654" cy="419280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7437552-06B3-7E45-B650-B17B0087275E}">
      <dsp:nvSpPr>
        <dsp:cNvPr id="0" name=""/>
        <dsp:cNvSpPr/>
      </dsp:nvSpPr>
      <dsp:spPr>
        <a:xfrm>
          <a:off x="5469" y="1257841"/>
          <a:ext cx="2630576" cy="16771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 Ingestion: GitHub issue data parsed from JSON</a:t>
          </a:r>
        </a:p>
      </dsp:txBody>
      <dsp:txXfrm>
        <a:off x="87339" y="1339711"/>
        <a:ext cx="2466836" cy="1513382"/>
      </dsp:txXfrm>
    </dsp:sp>
    <dsp:sp modelId="{513BF89E-354D-2747-BFFA-D3C90FA6AE99}">
      <dsp:nvSpPr>
        <dsp:cNvPr id="0" name=""/>
        <dsp:cNvSpPr/>
      </dsp:nvSpPr>
      <dsp:spPr>
        <a:xfrm>
          <a:off x="2767574" y="1257841"/>
          <a:ext cx="2630576" cy="16771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Data Preprocessing: Handled by </a:t>
          </a:r>
          <a:r>
            <a:rPr lang="en-US" sz="1600" kern="1200" dirty="0" err="1"/>
            <a:t>data_loader.py</a:t>
          </a:r>
          <a:endParaRPr lang="en-US" sz="1600" kern="1200" dirty="0"/>
        </a:p>
      </dsp:txBody>
      <dsp:txXfrm>
        <a:off x="2849444" y="1339711"/>
        <a:ext cx="2466836" cy="1513382"/>
      </dsp:txXfrm>
    </dsp:sp>
    <dsp:sp modelId="{41241F8B-16FA-E441-A15A-32A00533A356}">
      <dsp:nvSpPr>
        <dsp:cNvPr id="0" name=""/>
        <dsp:cNvSpPr/>
      </dsp:nvSpPr>
      <dsp:spPr>
        <a:xfrm>
          <a:off x="5529678" y="1257841"/>
          <a:ext cx="2630576" cy="16771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Analysis Modules: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analysis_1: Trends in issue creation by month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analysis_2: Contributor collaboration network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analysis_3: Resolution time stats and plots</a:t>
          </a:r>
        </a:p>
      </dsp:txBody>
      <dsp:txXfrm>
        <a:off x="5611548" y="1339711"/>
        <a:ext cx="2466836" cy="1513382"/>
      </dsp:txXfrm>
    </dsp:sp>
    <dsp:sp modelId="{FF09DD5B-96DD-F048-952E-0D773B8B2B96}">
      <dsp:nvSpPr>
        <dsp:cNvPr id="0" name=""/>
        <dsp:cNvSpPr/>
      </dsp:nvSpPr>
      <dsp:spPr>
        <a:xfrm>
          <a:off x="8291783" y="1257841"/>
          <a:ext cx="2630576" cy="167712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Output: Static/interactive plots saved as PNG</a:t>
          </a:r>
        </a:p>
      </dsp:txBody>
      <dsp:txXfrm>
        <a:off x="8373653" y="1339711"/>
        <a:ext cx="2466836" cy="15133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A1D7DF-F55E-6149-A00B-2F93C56C2F79}" type="datetimeFigureOut">
              <a:rPr lang="en-US" smtClean="0"/>
              <a:t>5/10/25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0C785-994F-0D4A-9F09-44CAD87973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934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0C785-994F-0D4A-9F09-44CAD879732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918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tests that were run break the code in a way that we never intended on using it</a:t>
            </a:r>
          </a:p>
          <a:p>
            <a:r>
              <a:rPr lang="en-US" dirty="0"/>
              <a:t>Implementing changes based on results would result in more robust 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0C785-994F-0D4A-9F09-44CAD87973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67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testing covered all the analysis and support files.</a:t>
            </a:r>
          </a:p>
          <a:p>
            <a:r>
              <a:rPr lang="en-US" dirty="0"/>
              <a:t>No faults found, did not intentionally try to break for robustness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0C785-994F-0D4A-9F09-44CAD879732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964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93D3C-9E34-30F2-7F70-780A7FAA3A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412E53-E45A-6C18-1C1D-1B480BA959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CF9A6-19AE-AC29-DF23-CEF59D096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5CFAD8-3486-B8EB-006A-2767C551B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70038-ADF5-3537-FAC2-A283143BE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624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1DFD2-4E3C-B07B-6020-5B1B582E2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73DB7-88D9-3B4A-E44D-533022837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955CDB-2BDF-074F-1A7B-6A9DE12C2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54B86-9D1A-03C2-261E-CBE54C434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01A5D-A7D5-98EB-3B39-CB0634A02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7848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5CB67-AFC4-E2B9-8D71-62933A193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2632C2-1C5D-A5D3-7FBD-F34D60C1EB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2B6696-BCBB-19B6-E601-27EC285DF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CE83A-9F94-1265-2984-671917BAC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A77F8-21DB-FC86-B484-8F7663318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7D9BA-751E-30D5-27C8-7A2CB7549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76091A-04E2-A51E-7A6C-8D0E97387A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E00AFD-FD71-0C97-2F5F-6FF18310AD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E6E693-198F-FB85-D01B-8B14B8A09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E9E5D-7C39-9BB2-DC16-9BAEC63E2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F1F17-C335-9894-46B8-54789BAA7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379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983F9-A578-3ED5-63CE-448AF87D0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B47D4C-6930-8106-F361-14E4CCFDA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F142F-00A2-98D9-C2E9-550D369C9A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7EDD30-59D4-E962-E47D-BA74F587C0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876807-0D12-B706-470A-B1C54568E5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3A75E97-798B-7726-230F-8E17A2038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A7EBC9-D691-482D-03B6-EC0C47975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4899E-31F3-D0DF-8B0B-9FF373C4C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7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5043F-1769-BFA6-7CFE-991E411AD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C18A3C-5835-B768-0F58-A35E46DA7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A622C1-CDB4-6FF1-73CC-FA1D5246C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F4B4FA-4756-393F-8A12-3007FEC8D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3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98883-57A3-2B2A-4929-0076AC2A3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33A7C6-E3A0-0CB8-5365-892E91E2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24690-257E-BBA5-0B1F-8036E9ECC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9090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605CE-F37A-38C6-7ACE-C9FCAE96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880A4-F7DC-6BC0-55E4-F7CC38EE3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E276A2-44EE-5B44-609B-35ACC6ACE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1F4659-6508-A1DC-2DEF-6A2833278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5AAFEE-B51D-E0F0-4F79-953E0341D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238A2-FA5B-7DC1-6B1B-DEF53D028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21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60482-3F51-D75C-7719-B84D95A55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9C381-33BD-1D18-5987-90FE5145F4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B772F-E7B7-173E-99EE-B6FE339565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59236-1AE0-A988-291E-C2902F2E3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991A7-6239-6B69-050A-FBB4D11CE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862160-C44D-A069-5E95-4BD57A0F8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270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D10EE-6F1D-3C87-DDF9-5B6491D7B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C42296-252E-7359-7706-3C06C817C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9590F-A667-1012-1442-3EB22C07E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85A48-D137-DE1F-1724-BE1B21D4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C987F-9621-75F3-CD01-EE5D63673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586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215D28-B95A-FF7E-3263-AC5170365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DFAD540-3828-7878-8488-AC80242AD2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A3AD1-3D1B-1E4B-AA8F-7230AED19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8C490-D431-5778-C140-D08D98C7D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A51850-D27C-83D0-F3BA-25EBA084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7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3D8B9-3767-CC49-8956-D8E1ABAB3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17E19A-79A1-A5D9-5C1F-56F947A31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B79F6F-82DA-4BE4-3891-3455CAAC22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3EDCE2-3EF0-9241-A713-EB124E5CAF86}" type="datetimeFigureOut">
              <a:rPr lang="en-US" smtClean="0"/>
              <a:t>5/10/25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38A90B-D878-9301-4C80-35E6848BB2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81BBEE-FACB-756B-9A49-98E5D8E548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9421EA-A464-1146-9B1F-8F59912AB9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713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jpe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imsweeney7/enpm611-project-app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94F389-09B1-8C3A-A7D4-A628CB4459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ENPM611 Class Project </a:t>
            </a:r>
            <a:r>
              <a:rPr lang="en-US" sz="4800" i="1" dirty="0">
                <a:solidFill>
                  <a:srgbClr val="FFFFFF"/>
                </a:solidFill>
              </a:rPr>
              <a:t>Spring 2025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06792A-1EAA-2790-FE0B-84CC825D46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Tim Sweeney, Aman Thanvi</a:t>
            </a:r>
          </a:p>
          <a:p>
            <a:pPr algn="r"/>
            <a:r>
              <a:rPr lang="en-US" i="1" dirty="0">
                <a:solidFill>
                  <a:srgbClr val="FFFFFF"/>
                </a:solidFill>
              </a:rPr>
              <a:t>Group 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niversity of Maryland, College Park - Wikipedia">
            <a:extLst>
              <a:ext uri="{FF2B5EF4-FFF2-40B4-BE49-F238E27FC236}">
                <a16:creationId xmlns:a16="http://schemas.microsoft.com/office/drawing/2014/main" id="{3CF35C1D-72B1-4E08-0127-B33D4206E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2314" y="2453244"/>
            <a:ext cx="2167113" cy="2167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568323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22BDB3-5053-BA93-D71E-9193E14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4000"/>
              <a:t>Background</a:t>
            </a:r>
          </a:p>
        </p:txBody>
      </p:sp>
      <p:graphicFrame>
        <p:nvGraphicFramePr>
          <p:cNvPr id="1045" name="Content Placeholder 2">
            <a:extLst>
              <a:ext uri="{FF2B5EF4-FFF2-40B4-BE49-F238E27FC236}">
                <a16:creationId xmlns:a16="http://schemas.microsoft.com/office/drawing/2014/main" id="{1298ED8D-DBE8-52C4-440E-8632CED96B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44923" y="2405894"/>
          <a:ext cx="5315189" cy="353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37" name="Rectangle 1036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Rectangle 1038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0" name="Picture 6" descr="Introduction to Python Poetry: Why It's a Game-Changer for Python  Developers | by Akshat Gadodia | Medium">
            <a:extLst>
              <a:ext uri="{FF2B5EF4-FFF2-40B4-BE49-F238E27FC236}">
                <a16:creationId xmlns:a16="http://schemas.microsoft.com/office/drawing/2014/main" id="{7F0A1DAB-EBCE-2884-4B04-B49DB3BCF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075967" y="2350182"/>
            <a:ext cx="4170530" cy="2189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438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7C32F8-E05E-9D2B-938F-A1FB5417F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Requirements – Functional 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3FE8122-580B-9415-E21F-1A61A7D0D7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1188630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1210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21686-C203-D9BA-9807-6BDC83C8C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3FF77EC-896F-40DE-4D4D-0315FA8F56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641B52A-C18E-9137-4E2F-24C4457EF9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ECA3E4-C24F-B20C-D330-0BFCD6BB4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022EE72-576B-D494-ACF6-71C1E66D7B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196424-9A07-19B7-D9B3-F182B8724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Requirements – Non-Functional Requirements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0628AD3-7966-EFF1-4768-F1E8A2776F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281226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32985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D00CA-10F9-A873-FE1E-E936B4D59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F8E1B1-6F29-DB93-87C9-034EA61E7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D952A3-06A4-D3DA-BA8C-0B8C8839B86A}"/>
              </a:ext>
            </a:extLst>
          </p:cNvPr>
          <p:cNvSpPr txBox="1"/>
          <p:nvPr/>
        </p:nvSpPr>
        <p:spPr>
          <a:xfrm>
            <a:off x="660042" y="806824"/>
            <a:ext cx="2919738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Entity Relationship Diagram</a:t>
            </a:r>
          </a:p>
        </p:txBody>
      </p:sp>
      <p:pic>
        <p:nvPicPr>
          <p:cNvPr id="9" name="Picture 8" descr="A diagram of a computer&#10;&#10;AI-generated content may be incorrect.">
            <a:extLst>
              <a:ext uri="{FF2B5EF4-FFF2-40B4-BE49-F238E27FC236}">
                <a16:creationId xmlns:a16="http://schemas.microsoft.com/office/drawing/2014/main" id="{4C950A8A-423E-247D-76A5-DAA9AF0E89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619" y="467208"/>
            <a:ext cx="4977365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6635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633CF-57BD-0C5E-B56E-654FD5F33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1F8356-72A1-980D-F739-60BD7D373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Design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1BB5D9-8C8B-0D46-B71B-724E1E8D2442}"/>
              </a:ext>
            </a:extLst>
          </p:cNvPr>
          <p:cNvSpPr txBox="1"/>
          <p:nvPr/>
        </p:nvSpPr>
        <p:spPr>
          <a:xfrm>
            <a:off x="660042" y="806824"/>
            <a:ext cx="2919738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Class Structure Diagram</a:t>
            </a:r>
          </a:p>
        </p:txBody>
      </p:sp>
      <p:pic>
        <p:nvPicPr>
          <p:cNvPr id="5" name="Picture 4" descr="A diagram of a computer&#10;&#10;AI-generated content may be incorrect.">
            <a:extLst>
              <a:ext uri="{FF2B5EF4-FFF2-40B4-BE49-F238E27FC236}">
                <a16:creationId xmlns:a16="http://schemas.microsoft.com/office/drawing/2014/main" id="{CE3DC2DC-EB7B-0B00-6A8D-3F10F9484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766" y="467208"/>
            <a:ext cx="3095071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8409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1C95A0-952D-57D4-8668-4FBD22DFA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Design – 3 Analyses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D6CDF6-141E-5CEA-AABB-10A0952A40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681971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55397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D82B7D-B0C9-A037-8531-1D4D4E689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132DA2-F1B9-8202-48B2-4E271DB0B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Design – 3 Analyses Flow</a:t>
            </a:r>
          </a:p>
        </p:txBody>
      </p:sp>
      <p:graphicFrame>
        <p:nvGraphicFramePr>
          <p:cNvPr id="33" name="Content Placeholder 3">
            <a:extLst>
              <a:ext uri="{FF2B5EF4-FFF2-40B4-BE49-F238E27FC236}">
                <a16:creationId xmlns:a16="http://schemas.microsoft.com/office/drawing/2014/main" id="{615AA54A-6E2A-343D-1A11-50D58ED1B3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9950874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7AD7923-9718-F145-1AC5-413A1A282128}"/>
              </a:ext>
            </a:extLst>
          </p:cNvPr>
          <p:cNvSpPr txBox="1"/>
          <p:nvPr/>
        </p:nvSpPr>
        <p:spPr>
          <a:xfrm>
            <a:off x="2731069" y="6376085"/>
            <a:ext cx="7023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Modular architecture for data collection, preprocessing, and analysis.</a:t>
            </a:r>
          </a:p>
          <a:p>
            <a:endParaRPr lang="en-US" dirty="0"/>
          </a:p>
        </p:txBody>
      </p:sp>
      <p:sp>
        <p:nvSpPr>
          <p:cNvPr id="21" name="Down Arrow 20">
            <a:extLst>
              <a:ext uri="{FF2B5EF4-FFF2-40B4-BE49-F238E27FC236}">
                <a16:creationId xmlns:a16="http://schemas.microsoft.com/office/drawing/2014/main" id="{DCB4F613-3C81-39C0-FEE6-948D8AEE3381}"/>
              </a:ext>
            </a:extLst>
          </p:cNvPr>
          <p:cNvSpPr/>
          <p:nvPr/>
        </p:nvSpPr>
        <p:spPr>
          <a:xfrm>
            <a:off x="6002338" y="3503725"/>
            <a:ext cx="187324" cy="67309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Down Arrow 21">
            <a:extLst>
              <a:ext uri="{FF2B5EF4-FFF2-40B4-BE49-F238E27FC236}">
                <a16:creationId xmlns:a16="http://schemas.microsoft.com/office/drawing/2014/main" id="{6E3E1C34-189E-CC63-6C04-F7547614B589}"/>
              </a:ext>
            </a:extLst>
          </p:cNvPr>
          <p:cNvSpPr/>
          <p:nvPr/>
        </p:nvSpPr>
        <p:spPr>
          <a:xfrm>
            <a:off x="6002338" y="4904554"/>
            <a:ext cx="187324" cy="6731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108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8" name="Rectangle 2077">
            <a:extLst>
              <a:ext uri="{FF2B5EF4-FFF2-40B4-BE49-F238E27FC236}">
                <a16:creationId xmlns:a16="http://schemas.microsoft.com/office/drawing/2014/main" id="{638B61BD-0EE1-4D29-B894-126CD61C5D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9" name="Freeform: Shape 2072">
            <a:extLst>
              <a:ext uri="{FF2B5EF4-FFF2-40B4-BE49-F238E27FC236}">
                <a16:creationId xmlns:a16="http://schemas.microsoft.com/office/drawing/2014/main" id="{BBC14DD5-C584-4158-BF76-ECE3C6DB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5947992 w 12192000"/>
              <a:gd name="connsiteY0" fmla="*/ 2457985 h 6858000"/>
              <a:gd name="connsiteX1" fmla="*/ 5926156 w 12192000"/>
              <a:gd name="connsiteY1" fmla="*/ 2472983 h 6858000"/>
              <a:gd name="connsiteX2" fmla="*/ 6047792 w 12192000"/>
              <a:gd name="connsiteY2" fmla="*/ 2529213 h 6858000"/>
              <a:gd name="connsiteX3" fmla="*/ 5857576 w 12192000"/>
              <a:gd name="connsiteY3" fmla="*/ 2499619 h 6858000"/>
              <a:gd name="connsiteX4" fmla="*/ 5854328 w 12192000"/>
              <a:gd name="connsiteY4" fmla="*/ 2518740 h 6858000"/>
              <a:gd name="connsiteX5" fmla="*/ 6070351 w 12192000"/>
              <a:gd name="connsiteY5" fmla="*/ 2591134 h 6858000"/>
              <a:gd name="connsiteX6" fmla="*/ 6051040 w 12192000"/>
              <a:gd name="connsiteY6" fmla="*/ 2602290 h 6858000"/>
              <a:gd name="connsiteX7" fmla="*/ 5936261 w 12192000"/>
              <a:gd name="connsiteY7" fmla="*/ 2574288 h 6858000"/>
              <a:gd name="connsiteX8" fmla="*/ 5913160 w 12192000"/>
              <a:gd name="connsiteY8" fmla="*/ 2581573 h 6858000"/>
              <a:gd name="connsiteX9" fmla="*/ 5924531 w 12192000"/>
              <a:gd name="connsiteY9" fmla="*/ 2615492 h 6858000"/>
              <a:gd name="connsiteX10" fmla="*/ 5974341 w 12192000"/>
              <a:gd name="connsiteY10" fmla="*/ 2628696 h 6858000"/>
              <a:gd name="connsiteX11" fmla="*/ 6051944 w 12192000"/>
              <a:gd name="connsiteY11" fmla="*/ 2708377 h 6858000"/>
              <a:gd name="connsiteX12" fmla="*/ 5934457 w 12192000"/>
              <a:gd name="connsiteY12" fmla="*/ 2698814 h 6858000"/>
              <a:gd name="connsiteX13" fmla="*/ 5913702 w 12192000"/>
              <a:gd name="connsiteY13" fmla="*/ 2718165 h 6858000"/>
              <a:gd name="connsiteX14" fmla="*/ 5905761 w 12192000"/>
              <a:gd name="connsiteY14" fmla="*/ 2743207 h 6858000"/>
              <a:gd name="connsiteX15" fmla="*/ 5860282 w 12192000"/>
              <a:gd name="connsiteY15" fmla="*/ 2763923 h 6858000"/>
              <a:gd name="connsiteX16" fmla="*/ 5931750 w 12192000"/>
              <a:gd name="connsiteY16" fmla="*/ 2787144 h 6858000"/>
              <a:gd name="connsiteX17" fmla="*/ 5855409 w 12192000"/>
              <a:gd name="connsiteY17" fmla="*/ 2787144 h 6858000"/>
              <a:gd name="connsiteX18" fmla="*/ 5767701 w 12192000"/>
              <a:gd name="connsiteY18" fmla="*/ 2771209 h 6858000"/>
              <a:gd name="connsiteX19" fmla="*/ 5674216 w 12192000"/>
              <a:gd name="connsiteY19" fmla="*/ 2776216 h 6858000"/>
              <a:gd name="connsiteX20" fmla="*/ 5487249 w 12192000"/>
              <a:gd name="connsiteY20" fmla="*/ 2746850 h 6858000"/>
              <a:gd name="connsiteX21" fmla="*/ 5398276 w 12192000"/>
              <a:gd name="connsiteY21" fmla="*/ 2748898 h 6858000"/>
              <a:gd name="connsiteX22" fmla="*/ 5892947 w 12192000"/>
              <a:gd name="connsiteY22" fmla="*/ 2946502 h 6858000"/>
              <a:gd name="connsiteX23" fmla="*/ 5867682 w 12192000"/>
              <a:gd name="connsiteY23" fmla="*/ 2989983 h 6858000"/>
              <a:gd name="connsiteX24" fmla="*/ 5971273 w 12192000"/>
              <a:gd name="connsiteY24" fmla="*/ 3037335 h 6858000"/>
              <a:gd name="connsiteX25" fmla="*/ 5996719 w 12192000"/>
              <a:gd name="connsiteY25" fmla="*/ 3084231 h 6858000"/>
              <a:gd name="connsiteX26" fmla="*/ 5964776 w 12192000"/>
              <a:gd name="connsiteY26" fmla="*/ 3080134 h 6858000"/>
              <a:gd name="connsiteX27" fmla="*/ 5937344 w 12192000"/>
              <a:gd name="connsiteY27" fmla="*/ 3089012 h 6858000"/>
              <a:gd name="connsiteX28" fmla="*/ 5948713 w 12192000"/>
              <a:gd name="connsiteY28" fmla="*/ 3148657 h 6858000"/>
              <a:gd name="connsiteX29" fmla="*/ 6095075 w 12192000"/>
              <a:gd name="connsiteY29" fmla="*/ 3225605 h 6858000"/>
              <a:gd name="connsiteX30" fmla="*/ 6108249 w 12192000"/>
              <a:gd name="connsiteY30" fmla="*/ 3250646 h 6858000"/>
              <a:gd name="connsiteX31" fmla="*/ 6090744 w 12192000"/>
              <a:gd name="connsiteY31" fmla="*/ 3268403 h 6858000"/>
              <a:gd name="connsiteX32" fmla="*/ 6043461 w 12192000"/>
              <a:gd name="connsiteY32" fmla="*/ 3277509 h 6858000"/>
              <a:gd name="connsiteX33" fmla="*/ 6109692 w 12192000"/>
              <a:gd name="connsiteY33" fmla="*/ 3362879 h 6858000"/>
              <a:gd name="connsiteX34" fmla="*/ 6133877 w 12192000"/>
              <a:gd name="connsiteY34" fmla="*/ 3386554 h 6858000"/>
              <a:gd name="connsiteX35" fmla="*/ 6175205 w 12192000"/>
              <a:gd name="connsiteY35" fmla="*/ 3423208 h 6858000"/>
              <a:gd name="connsiteX36" fmla="*/ 6175926 w 12192000"/>
              <a:gd name="connsiteY36" fmla="*/ 3434363 h 6858000"/>
              <a:gd name="connsiteX37" fmla="*/ 6119620 w 12192000"/>
              <a:gd name="connsiteY37" fmla="*/ 3473747 h 6858000"/>
              <a:gd name="connsiteX38" fmla="*/ 6018015 w 12192000"/>
              <a:gd name="connsiteY38" fmla="*/ 3463046 h 6858000"/>
              <a:gd name="connsiteX39" fmla="*/ 6168166 w 12192000"/>
              <a:gd name="connsiteY39" fmla="*/ 3521781 h 6858000"/>
              <a:gd name="connsiteX40" fmla="*/ 5682157 w 12192000"/>
              <a:gd name="connsiteY40" fmla="*/ 3381775 h 6858000"/>
              <a:gd name="connsiteX41" fmla="*/ 5713198 w 12192000"/>
              <a:gd name="connsiteY41" fmla="*/ 3418426 h 6858000"/>
              <a:gd name="connsiteX42" fmla="*/ 5883202 w 12192000"/>
              <a:gd name="connsiteY42" fmla="*/ 3514950 h 6858000"/>
              <a:gd name="connsiteX43" fmla="*/ 5931387 w 12192000"/>
              <a:gd name="connsiteY43" fmla="*/ 3575508 h 6858000"/>
              <a:gd name="connsiteX44" fmla="*/ 5981919 w 12192000"/>
              <a:gd name="connsiteY44" fmla="*/ 3608971 h 6858000"/>
              <a:gd name="connsiteX45" fmla="*/ 6052845 w 12192000"/>
              <a:gd name="connsiteY45" fmla="*/ 3608290 h 6858000"/>
              <a:gd name="connsiteX46" fmla="*/ 6103196 w 12192000"/>
              <a:gd name="connsiteY46" fmla="*/ 3659739 h 6858000"/>
              <a:gd name="connsiteX47" fmla="*/ 6050680 w 12192000"/>
              <a:gd name="connsiteY47" fmla="*/ 3670666 h 6858000"/>
              <a:gd name="connsiteX48" fmla="*/ 5989139 w 12192000"/>
              <a:gd name="connsiteY48" fmla="*/ 3662243 h 6858000"/>
              <a:gd name="connsiteX49" fmla="*/ 5856311 w 12192000"/>
              <a:gd name="connsiteY49" fmla="*/ 3664973 h 6858000"/>
              <a:gd name="connsiteX50" fmla="*/ 5780153 w 12192000"/>
              <a:gd name="connsiteY50" fmla="*/ 3674991 h 6858000"/>
              <a:gd name="connsiteX51" fmla="*/ 5605096 w 12192000"/>
              <a:gd name="connsiteY51" fmla="*/ 3657917 h 6858000"/>
              <a:gd name="connsiteX52" fmla="*/ 5615384 w 12192000"/>
              <a:gd name="connsiteY52" fmla="*/ 3701627 h 6858000"/>
              <a:gd name="connsiteX53" fmla="*/ 5608886 w 12192000"/>
              <a:gd name="connsiteY53" fmla="*/ 3739645 h 6858000"/>
              <a:gd name="connsiteX54" fmla="*/ 5606359 w 12192000"/>
              <a:gd name="connsiteY54" fmla="*/ 3822284 h 6858000"/>
              <a:gd name="connsiteX55" fmla="*/ 5607984 w 12192000"/>
              <a:gd name="connsiteY55" fmla="*/ 3835716 h 6858000"/>
              <a:gd name="connsiteX56" fmla="*/ 5568822 w 12192000"/>
              <a:gd name="connsiteY56" fmla="*/ 3844366 h 6858000"/>
              <a:gd name="connsiteX57" fmla="*/ 5802171 w 12192000"/>
              <a:gd name="connsiteY57" fmla="*/ 4016244 h 6858000"/>
              <a:gd name="connsiteX58" fmla="*/ 5646244 w 12192000"/>
              <a:gd name="connsiteY58" fmla="*/ 3972534 h 6858000"/>
              <a:gd name="connsiteX59" fmla="*/ 5625129 w 12192000"/>
              <a:gd name="connsiteY59" fmla="*/ 4044701 h 6858000"/>
              <a:gd name="connsiteX60" fmla="*/ 5698400 w 12192000"/>
              <a:gd name="connsiteY60" fmla="*/ 4108899 h 6858000"/>
              <a:gd name="connsiteX61" fmla="*/ 5725470 w 12192000"/>
              <a:gd name="connsiteY61" fmla="*/ 4235930 h 6858000"/>
              <a:gd name="connsiteX62" fmla="*/ 5712295 w 12192000"/>
              <a:gd name="connsiteY62" fmla="*/ 4352032 h 6858000"/>
              <a:gd name="connsiteX63" fmla="*/ 5680894 w 12192000"/>
              <a:gd name="connsiteY63" fmla="*/ 4388911 h 6858000"/>
              <a:gd name="connsiteX64" fmla="*/ 5635415 w 12192000"/>
              <a:gd name="connsiteY64" fmla="*/ 4455158 h 6858000"/>
              <a:gd name="connsiteX65" fmla="*/ 5607263 w 12192000"/>
              <a:gd name="connsiteY65" fmla="*/ 4496136 h 6858000"/>
              <a:gd name="connsiteX66" fmla="*/ 5509446 w 12192000"/>
              <a:gd name="connsiteY66" fmla="*/ 4480201 h 6858000"/>
              <a:gd name="connsiteX67" fmla="*/ 5639928 w 12192000"/>
              <a:gd name="connsiteY67" fmla="*/ 4584239 h 6858000"/>
              <a:gd name="connsiteX68" fmla="*/ 5534171 w 12192000"/>
              <a:gd name="connsiteY68" fmla="*/ 4571262 h 6858000"/>
              <a:gd name="connsiteX69" fmla="*/ 5499701 w 12192000"/>
              <a:gd name="connsiteY69" fmla="*/ 4578547 h 6858000"/>
              <a:gd name="connsiteX70" fmla="*/ 5519373 w 12192000"/>
              <a:gd name="connsiteY70" fmla="*/ 4612239 h 6858000"/>
              <a:gd name="connsiteX71" fmla="*/ 5596974 w 12192000"/>
              <a:gd name="connsiteY71" fmla="*/ 4669379 h 6858000"/>
              <a:gd name="connsiteX72" fmla="*/ 5756873 w 12192000"/>
              <a:gd name="connsiteY72" fmla="*/ 4824185 h 6858000"/>
              <a:gd name="connsiteX73" fmla="*/ 5602028 w 12192000"/>
              <a:gd name="connsiteY73" fmla="*/ 4753158 h 6858000"/>
              <a:gd name="connsiteX74" fmla="*/ 5765173 w 12192000"/>
              <a:gd name="connsiteY74" fmla="*/ 4912286 h 6858000"/>
              <a:gd name="connsiteX75" fmla="*/ 5801450 w 12192000"/>
              <a:gd name="connsiteY75" fmla="*/ 4965101 h 6858000"/>
              <a:gd name="connsiteX76" fmla="*/ 5874721 w 12192000"/>
              <a:gd name="connsiteY76" fmla="*/ 5096229 h 6858000"/>
              <a:gd name="connsiteX77" fmla="*/ 5871110 w 12192000"/>
              <a:gd name="connsiteY77" fmla="*/ 5111026 h 6858000"/>
              <a:gd name="connsiteX78" fmla="*/ 5786469 w 12192000"/>
              <a:gd name="connsiteY78" fmla="*/ 5089855 h 6858000"/>
              <a:gd name="connsiteX79" fmla="*/ 5896196 w 12192000"/>
              <a:gd name="connsiteY79" fmla="*/ 5200041 h 6858000"/>
              <a:gd name="connsiteX80" fmla="*/ 6009534 w 12192000"/>
              <a:gd name="connsiteY80" fmla="*/ 5284725 h 6858000"/>
              <a:gd name="connsiteX81" fmla="*/ 5929042 w 12192000"/>
              <a:gd name="connsiteY81" fmla="*/ 5271751 h 6858000"/>
              <a:gd name="connsiteX82" fmla="*/ 5818413 w 12192000"/>
              <a:gd name="connsiteY82" fmla="*/ 5223260 h 6858000"/>
              <a:gd name="connsiteX83" fmla="*/ 5779973 w 12192000"/>
              <a:gd name="connsiteY83" fmla="*/ 5241473 h 6858000"/>
              <a:gd name="connsiteX84" fmla="*/ 5884826 w 12192000"/>
              <a:gd name="connsiteY84" fmla="*/ 5321606 h 6858000"/>
              <a:gd name="connsiteX85" fmla="*/ 5944924 w 12192000"/>
              <a:gd name="connsiteY85" fmla="*/ 5358715 h 6858000"/>
              <a:gd name="connsiteX86" fmla="*/ 5968926 w 12192000"/>
              <a:gd name="connsiteY86" fmla="*/ 5387170 h 6858000"/>
              <a:gd name="connsiteX87" fmla="*/ 6037505 w 12192000"/>
              <a:gd name="connsiteY87" fmla="*/ 5488704 h 6858000"/>
              <a:gd name="connsiteX88" fmla="*/ 6238910 w 12192000"/>
              <a:gd name="connsiteY88" fmla="*/ 5599571 h 6858000"/>
              <a:gd name="connsiteX89" fmla="*/ 6427321 w 12192000"/>
              <a:gd name="connsiteY89" fmla="*/ 5737302 h 6858000"/>
              <a:gd name="connsiteX90" fmla="*/ 6574408 w 12192000"/>
              <a:gd name="connsiteY90" fmla="*/ 5823126 h 6858000"/>
              <a:gd name="connsiteX91" fmla="*/ 6946177 w 12192000"/>
              <a:gd name="connsiteY91" fmla="*/ 5933538 h 6858000"/>
              <a:gd name="connsiteX92" fmla="*/ 8356197 w 12192000"/>
              <a:gd name="connsiteY92" fmla="*/ 5184561 h 6858000"/>
              <a:gd name="connsiteX93" fmla="*/ 8374063 w 12192000"/>
              <a:gd name="connsiteY93" fmla="*/ 5162249 h 6858000"/>
              <a:gd name="connsiteX94" fmla="*/ 8442461 w 12192000"/>
              <a:gd name="connsiteY94" fmla="*/ 5078246 h 6858000"/>
              <a:gd name="connsiteX95" fmla="*/ 8500574 w 12192000"/>
              <a:gd name="connsiteY95" fmla="*/ 5002664 h 6858000"/>
              <a:gd name="connsiteX96" fmla="*/ 8470255 w 12192000"/>
              <a:gd name="connsiteY96" fmla="*/ 4977167 h 6858000"/>
              <a:gd name="connsiteX97" fmla="*/ 8511222 w 12192000"/>
              <a:gd name="connsiteY97" fmla="*/ 4905001 h 6858000"/>
              <a:gd name="connsiteX98" fmla="*/ 8641522 w 12192000"/>
              <a:gd name="connsiteY98" fmla="*/ 4682584 h 6858000"/>
              <a:gd name="connsiteX99" fmla="*/ 8698730 w 12192000"/>
              <a:gd name="connsiteY99" fmla="*/ 4633640 h 6858000"/>
              <a:gd name="connsiteX100" fmla="*/ 8768393 w 12192000"/>
              <a:gd name="connsiteY100" fmla="*/ 4510479 h 6858000"/>
              <a:gd name="connsiteX101" fmla="*/ 8778319 w 12192000"/>
              <a:gd name="connsiteY101" fmla="*/ 4482024 h 6858000"/>
              <a:gd name="connsiteX102" fmla="*/ 8764062 w 12192000"/>
              <a:gd name="connsiteY102" fmla="*/ 4445824 h 6858000"/>
              <a:gd name="connsiteX103" fmla="*/ 8753414 w 12192000"/>
              <a:gd name="connsiteY103" fmla="*/ 4409400 h 6858000"/>
              <a:gd name="connsiteX104" fmla="*/ 8767310 w 12192000"/>
              <a:gd name="connsiteY104" fmla="*/ 4398700 h 6858000"/>
              <a:gd name="connsiteX105" fmla="*/ 8856643 w 12192000"/>
              <a:gd name="connsiteY105" fmla="*/ 4380261 h 6858000"/>
              <a:gd name="connsiteX106" fmla="*/ 8804848 w 12192000"/>
              <a:gd name="connsiteY106" fmla="*/ 4311055 h 6858000"/>
              <a:gd name="connsiteX107" fmla="*/ 8713530 w 12192000"/>
              <a:gd name="connsiteY107" fmla="*/ 4207927 h 6858000"/>
              <a:gd name="connsiteX108" fmla="*/ 8672022 w 12192000"/>
              <a:gd name="connsiteY108" fmla="*/ 4134623 h 6858000"/>
              <a:gd name="connsiteX109" fmla="*/ 8667148 w 12192000"/>
              <a:gd name="connsiteY109" fmla="*/ 4069059 h 6858000"/>
              <a:gd name="connsiteX110" fmla="*/ 8585575 w 12192000"/>
              <a:gd name="connsiteY110" fmla="*/ 4030359 h 6858000"/>
              <a:gd name="connsiteX111" fmla="*/ 8662275 w 12192000"/>
              <a:gd name="connsiteY111" fmla="*/ 3891717 h 6858000"/>
              <a:gd name="connsiteX112" fmla="*/ 8670037 w 12192000"/>
              <a:gd name="connsiteY112" fmla="*/ 3863033 h 6858000"/>
              <a:gd name="connsiteX113" fmla="*/ 8624017 w 12192000"/>
              <a:gd name="connsiteY113" fmla="*/ 3760362 h 6858000"/>
              <a:gd name="connsiteX114" fmla="*/ 8616436 w 12192000"/>
              <a:gd name="connsiteY114" fmla="*/ 3743970 h 6858000"/>
              <a:gd name="connsiteX115" fmla="*/ 8599473 w 12192000"/>
              <a:gd name="connsiteY115" fmla="*/ 3711188 h 6858000"/>
              <a:gd name="connsiteX116" fmla="*/ 8550745 w 12192000"/>
              <a:gd name="connsiteY116" fmla="*/ 3703220 h 6858000"/>
              <a:gd name="connsiteX117" fmla="*/ 8576010 w 12192000"/>
              <a:gd name="connsiteY117" fmla="*/ 3680000 h 6858000"/>
              <a:gd name="connsiteX118" fmla="*/ 8625100 w 12192000"/>
              <a:gd name="connsiteY118" fmla="*/ 3601459 h 6858000"/>
              <a:gd name="connsiteX119" fmla="*/ 8592433 w 12192000"/>
              <a:gd name="connsiteY119" fmla="*/ 3526333 h 6858000"/>
              <a:gd name="connsiteX120" fmla="*/ 8590269 w 12192000"/>
              <a:gd name="connsiteY120" fmla="*/ 3484900 h 6858000"/>
              <a:gd name="connsiteX121" fmla="*/ 8645312 w 12192000"/>
              <a:gd name="connsiteY121" fmla="*/ 3431858 h 6858000"/>
              <a:gd name="connsiteX122" fmla="*/ 8686820 w 12192000"/>
              <a:gd name="connsiteY122" fmla="*/ 3410914 h 6858000"/>
              <a:gd name="connsiteX123" fmla="*/ 8705950 w 12192000"/>
              <a:gd name="connsiteY123" fmla="*/ 3380864 h 6858000"/>
              <a:gd name="connsiteX124" fmla="*/ 8683391 w 12192000"/>
              <a:gd name="connsiteY124" fmla="*/ 3355822 h 6858000"/>
              <a:gd name="connsiteX125" fmla="*/ 8583229 w 12192000"/>
              <a:gd name="connsiteY125" fmla="*/ 3296177 h 6858000"/>
              <a:gd name="connsiteX126" fmla="*/ 8637190 w 12192000"/>
              <a:gd name="connsiteY126" fmla="*/ 3246320 h 6858000"/>
              <a:gd name="connsiteX127" fmla="*/ 8355114 w 12192000"/>
              <a:gd name="connsiteY127" fmla="*/ 3011154 h 6858000"/>
              <a:gd name="connsiteX128" fmla="*/ 8321004 w 12192000"/>
              <a:gd name="connsiteY128" fmla="*/ 2975186 h 6858000"/>
              <a:gd name="connsiteX129" fmla="*/ 8139993 w 12192000"/>
              <a:gd name="connsiteY129" fmla="*/ 2887993 h 6858000"/>
              <a:gd name="connsiteX130" fmla="*/ 7953747 w 12192000"/>
              <a:gd name="connsiteY130" fmla="*/ 2826301 h 6858000"/>
              <a:gd name="connsiteX131" fmla="*/ 8083145 w 12192000"/>
              <a:gd name="connsiteY131" fmla="*/ 2696083 h 6858000"/>
              <a:gd name="connsiteX132" fmla="*/ 7885529 w 12192000"/>
              <a:gd name="connsiteY132" fmla="*/ 2665804 h 6858000"/>
              <a:gd name="connsiteX133" fmla="*/ 7866219 w 12192000"/>
              <a:gd name="connsiteY133" fmla="*/ 2666715 h 6858000"/>
              <a:gd name="connsiteX134" fmla="*/ 7478205 w 12192000"/>
              <a:gd name="connsiteY134" fmla="*/ 2646681 h 6858000"/>
              <a:gd name="connsiteX135" fmla="*/ 6921993 w 12192000"/>
              <a:gd name="connsiteY135" fmla="*/ 2580207 h 6858000"/>
              <a:gd name="connsiteX136" fmla="*/ 6461612 w 12192000"/>
              <a:gd name="connsiteY136" fmla="*/ 2540368 h 6858000"/>
              <a:gd name="connsiteX137" fmla="*/ 5971453 w 12192000"/>
              <a:gd name="connsiteY137" fmla="*/ 2462965 h 6858000"/>
              <a:gd name="connsiteX138" fmla="*/ 5947992 w 12192000"/>
              <a:gd name="connsiteY138" fmla="*/ 2457985 h 6858000"/>
              <a:gd name="connsiteX139" fmla="*/ 0 w 12192000"/>
              <a:gd name="connsiteY139" fmla="*/ 0 h 6858000"/>
              <a:gd name="connsiteX140" fmla="*/ 8078332 w 12192000"/>
              <a:gd name="connsiteY140" fmla="*/ 0 h 6858000"/>
              <a:gd name="connsiteX141" fmla="*/ 8051806 w 12192000"/>
              <a:gd name="connsiteY141" fmla="*/ 19899 h 6858000"/>
              <a:gd name="connsiteX142" fmla="*/ 7919411 w 12192000"/>
              <a:gd name="connsiteY142" fmla="*/ 69998 h 6858000"/>
              <a:gd name="connsiteX143" fmla="*/ 7880558 w 12192000"/>
              <a:gd name="connsiteY143" fmla="*/ 103665 h 6858000"/>
              <a:gd name="connsiteX144" fmla="*/ 7913505 w 12192000"/>
              <a:gd name="connsiteY144" fmla="*/ 144066 h 6858000"/>
              <a:gd name="connsiteX145" fmla="*/ 7984993 w 12192000"/>
              <a:gd name="connsiteY145" fmla="*/ 172224 h 6858000"/>
              <a:gd name="connsiteX146" fmla="*/ 8079793 w 12192000"/>
              <a:gd name="connsiteY146" fmla="*/ 243535 h 6858000"/>
              <a:gd name="connsiteX147" fmla="*/ 8076065 w 12192000"/>
              <a:gd name="connsiteY147" fmla="*/ 299239 h 6858000"/>
              <a:gd name="connsiteX148" fmla="*/ 8019804 w 12192000"/>
              <a:gd name="connsiteY148" fmla="*/ 400240 h 6858000"/>
              <a:gd name="connsiteX149" fmla="*/ 8104349 w 12192000"/>
              <a:gd name="connsiteY149" fmla="*/ 505833 h 6858000"/>
              <a:gd name="connsiteX150" fmla="*/ 8147864 w 12192000"/>
              <a:gd name="connsiteY150" fmla="*/ 537052 h 6858000"/>
              <a:gd name="connsiteX151" fmla="*/ 8063941 w 12192000"/>
              <a:gd name="connsiteY151" fmla="*/ 547764 h 6858000"/>
              <a:gd name="connsiteX152" fmla="*/ 8034725 w 12192000"/>
              <a:gd name="connsiteY152" fmla="*/ 591836 h 6858000"/>
              <a:gd name="connsiteX153" fmla="*/ 8021669 w 12192000"/>
              <a:gd name="connsiteY153" fmla="*/ 613874 h 6858000"/>
              <a:gd name="connsiteX154" fmla="*/ 7942410 w 12192000"/>
              <a:gd name="connsiteY154" fmla="*/ 751909 h 6858000"/>
              <a:gd name="connsiteX155" fmla="*/ 7955778 w 12192000"/>
              <a:gd name="connsiteY155" fmla="*/ 790472 h 6858000"/>
              <a:gd name="connsiteX156" fmla="*/ 8087876 w 12192000"/>
              <a:gd name="connsiteY156" fmla="*/ 976867 h 6858000"/>
              <a:gd name="connsiteX157" fmla="*/ 7947386 w 12192000"/>
              <a:gd name="connsiteY157" fmla="*/ 1028897 h 6858000"/>
              <a:gd name="connsiteX158" fmla="*/ 7938992 w 12192000"/>
              <a:gd name="connsiteY158" fmla="*/ 1117042 h 6858000"/>
              <a:gd name="connsiteX159" fmla="*/ 7867503 w 12192000"/>
              <a:gd name="connsiteY159" fmla="*/ 1215596 h 6858000"/>
              <a:gd name="connsiteX160" fmla="*/ 7710229 w 12192000"/>
              <a:gd name="connsiteY160" fmla="*/ 1354244 h 6858000"/>
              <a:gd name="connsiteX161" fmla="*/ 7621024 w 12192000"/>
              <a:gd name="connsiteY161" fmla="*/ 1447286 h 6858000"/>
              <a:gd name="connsiteX162" fmla="*/ 7774880 w 12192000"/>
              <a:gd name="connsiteY162" fmla="*/ 1472076 h 6858000"/>
              <a:gd name="connsiteX163" fmla="*/ 7798812 w 12192000"/>
              <a:gd name="connsiteY163" fmla="*/ 1486462 h 6858000"/>
              <a:gd name="connsiteX164" fmla="*/ 7780474 w 12192000"/>
              <a:gd name="connsiteY164" fmla="*/ 1535432 h 6858000"/>
              <a:gd name="connsiteX165" fmla="*/ 7755919 w 12192000"/>
              <a:gd name="connsiteY165" fmla="*/ 1584099 h 6858000"/>
              <a:gd name="connsiteX166" fmla="*/ 7773014 w 12192000"/>
              <a:gd name="connsiteY166" fmla="*/ 1622355 h 6858000"/>
              <a:gd name="connsiteX167" fmla="*/ 7892993 w 12192000"/>
              <a:gd name="connsiteY167" fmla="*/ 1787937 h 6858000"/>
              <a:gd name="connsiteX168" fmla="*/ 7991521 w 12192000"/>
              <a:gd name="connsiteY168" fmla="*/ 1853739 h 6858000"/>
              <a:gd name="connsiteX169" fmla="*/ 8215932 w 12192000"/>
              <a:gd name="connsiteY169" fmla="*/ 2152764 h 6858000"/>
              <a:gd name="connsiteX170" fmla="*/ 8286489 w 12192000"/>
              <a:gd name="connsiteY170" fmla="*/ 2249786 h 6858000"/>
              <a:gd name="connsiteX171" fmla="*/ 8234270 w 12192000"/>
              <a:gd name="connsiteY171" fmla="*/ 2284064 h 6858000"/>
              <a:gd name="connsiteX172" fmla="*/ 8334357 w 12192000"/>
              <a:gd name="connsiteY172" fmla="*/ 2385679 h 6858000"/>
              <a:gd name="connsiteX173" fmla="*/ 8452157 w 12192000"/>
              <a:gd name="connsiteY173" fmla="*/ 2498616 h 6858000"/>
              <a:gd name="connsiteX174" fmla="*/ 8482927 w 12192000"/>
              <a:gd name="connsiteY174" fmla="*/ 2528612 h 6858000"/>
              <a:gd name="connsiteX175" fmla="*/ 10911361 w 12192000"/>
              <a:gd name="connsiteY175" fmla="*/ 3535561 h 6858000"/>
              <a:gd name="connsiteX176" fmla="*/ 11551649 w 12192000"/>
              <a:gd name="connsiteY176" fmla="*/ 3387120 h 6858000"/>
              <a:gd name="connsiteX177" fmla="*/ 11804971 w 12192000"/>
              <a:gd name="connsiteY177" fmla="*/ 3271735 h 6858000"/>
              <a:gd name="connsiteX178" fmla="*/ 12129465 w 12192000"/>
              <a:gd name="connsiteY178" fmla="*/ 3086565 h 6858000"/>
              <a:gd name="connsiteX179" fmla="*/ 12192000 w 12192000"/>
              <a:gd name="connsiteY179" fmla="*/ 3060706 h 6858000"/>
              <a:gd name="connsiteX180" fmla="*/ 12192000 w 12192000"/>
              <a:gd name="connsiteY180" fmla="*/ 3766004 h 6858000"/>
              <a:gd name="connsiteX181" fmla="*/ 12069511 w 12192000"/>
              <a:gd name="connsiteY181" fmla="*/ 3730912 h 6858000"/>
              <a:gd name="connsiteX182" fmla="*/ 11743305 w 12192000"/>
              <a:gd name="connsiteY182" fmla="*/ 3682401 h 6858000"/>
              <a:gd name="connsiteX183" fmla="*/ 11692833 w 12192000"/>
              <a:gd name="connsiteY183" fmla="*/ 3681484 h 6858000"/>
              <a:gd name="connsiteX184" fmla="*/ 9314871 w 12192000"/>
              <a:gd name="connsiteY184" fmla="*/ 4689350 h 6858000"/>
              <a:gd name="connsiteX185" fmla="*/ 9284101 w 12192000"/>
              <a:gd name="connsiteY185" fmla="*/ 4719346 h 6858000"/>
              <a:gd name="connsiteX186" fmla="*/ 9166300 w 12192000"/>
              <a:gd name="connsiteY186" fmla="*/ 4832283 h 6858000"/>
              <a:gd name="connsiteX187" fmla="*/ 9066214 w 12192000"/>
              <a:gd name="connsiteY187" fmla="*/ 4933898 h 6858000"/>
              <a:gd name="connsiteX188" fmla="*/ 9118433 w 12192000"/>
              <a:gd name="connsiteY188" fmla="*/ 4968176 h 6858000"/>
              <a:gd name="connsiteX189" fmla="*/ 9047876 w 12192000"/>
              <a:gd name="connsiteY189" fmla="*/ 5065198 h 6858000"/>
              <a:gd name="connsiteX190" fmla="*/ 8823465 w 12192000"/>
              <a:gd name="connsiteY190" fmla="*/ 5364223 h 6858000"/>
              <a:gd name="connsiteX191" fmla="*/ 8724937 w 12192000"/>
              <a:gd name="connsiteY191" fmla="*/ 5430025 h 6858000"/>
              <a:gd name="connsiteX192" fmla="*/ 8604958 w 12192000"/>
              <a:gd name="connsiteY192" fmla="*/ 5595607 h 6858000"/>
              <a:gd name="connsiteX193" fmla="*/ 8587863 w 12192000"/>
              <a:gd name="connsiteY193" fmla="*/ 5633863 h 6858000"/>
              <a:gd name="connsiteX194" fmla="*/ 8612418 w 12192000"/>
              <a:gd name="connsiteY194" fmla="*/ 5682530 h 6858000"/>
              <a:gd name="connsiteX195" fmla="*/ 8630756 w 12192000"/>
              <a:gd name="connsiteY195" fmla="*/ 5731500 h 6858000"/>
              <a:gd name="connsiteX196" fmla="*/ 8606823 w 12192000"/>
              <a:gd name="connsiteY196" fmla="*/ 5745886 h 6858000"/>
              <a:gd name="connsiteX197" fmla="*/ 8452968 w 12192000"/>
              <a:gd name="connsiteY197" fmla="*/ 5770676 h 6858000"/>
              <a:gd name="connsiteX198" fmla="*/ 8542173 w 12192000"/>
              <a:gd name="connsiteY198" fmla="*/ 5863718 h 6858000"/>
              <a:gd name="connsiteX199" fmla="*/ 8699447 w 12192000"/>
              <a:gd name="connsiteY199" fmla="*/ 6002366 h 6858000"/>
              <a:gd name="connsiteX200" fmla="*/ 8770936 w 12192000"/>
              <a:gd name="connsiteY200" fmla="*/ 6100920 h 6858000"/>
              <a:gd name="connsiteX201" fmla="*/ 8779329 w 12192000"/>
              <a:gd name="connsiteY201" fmla="*/ 6189065 h 6858000"/>
              <a:gd name="connsiteX202" fmla="*/ 8919820 w 12192000"/>
              <a:gd name="connsiteY202" fmla="*/ 6241095 h 6858000"/>
              <a:gd name="connsiteX203" fmla="*/ 8787721 w 12192000"/>
              <a:gd name="connsiteY203" fmla="*/ 6427490 h 6858000"/>
              <a:gd name="connsiteX204" fmla="*/ 8774354 w 12192000"/>
              <a:gd name="connsiteY204" fmla="*/ 6466053 h 6858000"/>
              <a:gd name="connsiteX205" fmla="*/ 8853613 w 12192000"/>
              <a:gd name="connsiteY205" fmla="*/ 6604088 h 6858000"/>
              <a:gd name="connsiteX206" fmla="*/ 8866669 w 12192000"/>
              <a:gd name="connsiteY206" fmla="*/ 6626125 h 6858000"/>
              <a:gd name="connsiteX207" fmla="*/ 8895884 w 12192000"/>
              <a:gd name="connsiteY207" fmla="*/ 6670198 h 6858000"/>
              <a:gd name="connsiteX208" fmla="*/ 8979808 w 12192000"/>
              <a:gd name="connsiteY208" fmla="*/ 6680910 h 6858000"/>
              <a:gd name="connsiteX209" fmla="*/ 8936293 w 12192000"/>
              <a:gd name="connsiteY209" fmla="*/ 6712128 h 6858000"/>
              <a:gd name="connsiteX210" fmla="*/ 8851748 w 12192000"/>
              <a:gd name="connsiteY210" fmla="*/ 6817721 h 6858000"/>
              <a:gd name="connsiteX211" fmla="*/ 8854326 w 12192000"/>
              <a:gd name="connsiteY211" fmla="*/ 6858000 h 6858000"/>
              <a:gd name="connsiteX212" fmla="*/ 0 w 12192000"/>
              <a:gd name="connsiteY2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</a:cxnLst>
            <a:rect l="l" t="t" r="r" b="b"/>
            <a:pathLst>
              <a:path w="12192000" h="6858000">
                <a:moveTo>
                  <a:pt x="5947992" y="2457985"/>
                </a:moveTo>
                <a:cubicBezTo>
                  <a:pt x="5940097" y="2457729"/>
                  <a:pt x="5932472" y="2460803"/>
                  <a:pt x="5926156" y="2472983"/>
                </a:cubicBezTo>
                <a:cubicBezTo>
                  <a:pt x="5959722" y="2505081"/>
                  <a:pt x="6002495" y="2493015"/>
                  <a:pt x="6047792" y="2529213"/>
                </a:cubicBezTo>
                <a:cubicBezTo>
                  <a:pt x="5974160" y="2517829"/>
                  <a:pt x="5915867" y="2508723"/>
                  <a:pt x="5857576" y="2499619"/>
                </a:cubicBezTo>
                <a:cubicBezTo>
                  <a:pt x="5856491" y="2505992"/>
                  <a:pt x="5855409" y="2512367"/>
                  <a:pt x="5854328" y="2518740"/>
                </a:cubicBezTo>
                <a:cubicBezTo>
                  <a:pt x="5928861" y="2532172"/>
                  <a:pt x="5997802" y="2566775"/>
                  <a:pt x="6070351" y="2591134"/>
                </a:cubicBezTo>
                <a:cubicBezTo>
                  <a:pt x="6063673" y="2606161"/>
                  <a:pt x="6056996" y="2603200"/>
                  <a:pt x="6051040" y="2602290"/>
                </a:cubicBezTo>
                <a:cubicBezTo>
                  <a:pt x="6012239" y="2596370"/>
                  <a:pt x="5973439" y="2590453"/>
                  <a:pt x="5936261" y="2574288"/>
                </a:cubicBezTo>
                <a:cubicBezTo>
                  <a:pt x="5927960" y="2570644"/>
                  <a:pt x="5917853" y="2570644"/>
                  <a:pt x="5913160" y="2581573"/>
                </a:cubicBezTo>
                <a:cubicBezTo>
                  <a:pt x="5906483" y="2597054"/>
                  <a:pt x="5916047" y="2607071"/>
                  <a:pt x="5924531" y="2615492"/>
                </a:cubicBezTo>
                <a:cubicBezTo>
                  <a:pt x="5939329" y="2630063"/>
                  <a:pt x="5957196" y="2625966"/>
                  <a:pt x="5974341" y="2628696"/>
                </a:cubicBezTo>
                <a:cubicBezTo>
                  <a:pt x="6019999" y="2635754"/>
                  <a:pt x="6041837" y="2657837"/>
                  <a:pt x="6051944" y="2708377"/>
                </a:cubicBezTo>
                <a:cubicBezTo>
                  <a:pt x="6011879" y="2687887"/>
                  <a:pt x="5973256" y="2713157"/>
                  <a:pt x="5934457" y="2698814"/>
                </a:cubicBezTo>
                <a:cubicBezTo>
                  <a:pt x="5924351" y="2695173"/>
                  <a:pt x="5908288" y="2700635"/>
                  <a:pt x="5913702" y="2718165"/>
                </a:cubicBezTo>
                <a:cubicBezTo>
                  <a:pt x="5918755" y="2734556"/>
                  <a:pt x="5935540" y="2746393"/>
                  <a:pt x="5905761" y="2743207"/>
                </a:cubicBezTo>
                <a:cubicBezTo>
                  <a:pt x="5884465" y="2740930"/>
                  <a:pt x="5842778" y="2759370"/>
                  <a:pt x="5860282" y="2763923"/>
                </a:cubicBezTo>
                <a:cubicBezTo>
                  <a:pt x="5882300" y="2769615"/>
                  <a:pt x="5903777" y="2777811"/>
                  <a:pt x="5931750" y="2787144"/>
                </a:cubicBezTo>
                <a:cubicBezTo>
                  <a:pt x="5900888" y="2802395"/>
                  <a:pt x="5878690" y="2799208"/>
                  <a:pt x="5855409" y="2787144"/>
                </a:cubicBezTo>
                <a:cubicBezTo>
                  <a:pt x="5827256" y="2772574"/>
                  <a:pt x="5790619" y="2754817"/>
                  <a:pt x="5767701" y="2771209"/>
                </a:cubicBezTo>
                <a:cubicBezTo>
                  <a:pt x="5733410" y="2795794"/>
                  <a:pt x="5704896" y="2780314"/>
                  <a:pt x="5674216" y="2776216"/>
                </a:cubicBezTo>
                <a:cubicBezTo>
                  <a:pt x="5611774" y="2767792"/>
                  <a:pt x="5549872" y="2753678"/>
                  <a:pt x="5487249" y="2746850"/>
                </a:cubicBezTo>
                <a:cubicBezTo>
                  <a:pt x="5462163" y="2744118"/>
                  <a:pt x="5435093" y="2731143"/>
                  <a:pt x="5398276" y="2748898"/>
                </a:cubicBezTo>
                <a:cubicBezTo>
                  <a:pt x="5565032" y="2839732"/>
                  <a:pt x="5744058" y="2834041"/>
                  <a:pt x="5892947" y="2946502"/>
                </a:cubicBezTo>
                <a:cubicBezTo>
                  <a:pt x="5886631" y="2957201"/>
                  <a:pt x="5854508" y="2987707"/>
                  <a:pt x="5867682" y="2989983"/>
                </a:cubicBezTo>
                <a:cubicBezTo>
                  <a:pt x="5904678" y="2996585"/>
                  <a:pt x="5937523" y="3018895"/>
                  <a:pt x="5971273" y="3037335"/>
                </a:cubicBezTo>
                <a:cubicBezTo>
                  <a:pt x="5985891" y="3045302"/>
                  <a:pt x="6003576" y="3055776"/>
                  <a:pt x="5996719" y="3084231"/>
                </a:cubicBezTo>
                <a:cubicBezTo>
                  <a:pt x="5984267" y="3092199"/>
                  <a:pt x="5975063" y="3081044"/>
                  <a:pt x="5964776" y="3080134"/>
                </a:cubicBezTo>
                <a:cubicBezTo>
                  <a:pt x="5954308" y="3079224"/>
                  <a:pt x="5930847" y="3085141"/>
                  <a:pt x="5937344" y="3089012"/>
                </a:cubicBezTo>
                <a:cubicBezTo>
                  <a:pt x="5966942" y="3106542"/>
                  <a:pt x="5913702" y="3148657"/>
                  <a:pt x="5948713" y="3148657"/>
                </a:cubicBezTo>
                <a:cubicBezTo>
                  <a:pt x="6007366" y="3148884"/>
                  <a:pt x="6038588" y="3223555"/>
                  <a:pt x="6095075" y="3225605"/>
                </a:cubicBezTo>
                <a:cubicBezTo>
                  <a:pt x="6104098" y="3225831"/>
                  <a:pt x="6108430" y="3239035"/>
                  <a:pt x="6108249" y="3250646"/>
                </a:cubicBezTo>
                <a:cubicBezTo>
                  <a:pt x="6108249" y="3264533"/>
                  <a:pt x="6099948" y="3267037"/>
                  <a:pt x="6090744" y="3268403"/>
                </a:cubicBezTo>
                <a:cubicBezTo>
                  <a:pt x="6076667" y="3270451"/>
                  <a:pt x="6062049" y="3250646"/>
                  <a:pt x="6043461" y="3277509"/>
                </a:cubicBezTo>
                <a:cubicBezTo>
                  <a:pt x="6076847" y="3293216"/>
                  <a:pt x="6110234" y="3308925"/>
                  <a:pt x="6109692" y="3362879"/>
                </a:cubicBezTo>
                <a:cubicBezTo>
                  <a:pt x="6109513" y="3377448"/>
                  <a:pt x="6123409" y="3382912"/>
                  <a:pt x="6133877" y="3386554"/>
                </a:cubicBezTo>
                <a:cubicBezTo>
                  <a:pt x="6151202" y="3392474"/>
                  <a:pt x="6165818" y="3402946"/>
                  <a:pt x="6175205" y="3423208"/>
                </a:cubicBezTo>
                <a:cubicBezTo>
                  <a:pt x="6175023" y="3427077"/>
                  <a:pt x="6174842" y="3431175"/>
                  <a:pt x="6175926" y="3434363"/>
                </a:cubicBezTo>
                <a:cubicBezTo>
                  <a:pt x="6172859" y="3483307"/>
                  <a:pt x="6147593" y="3481940"/>
                  <a:pt x="6119620" y="3473747"/>
                </a:cubicBezTo>
                <a:cubicBezTo>
                  <a:pt x="6086232" y="3463729"/>
                  <a:pt x="6053206" y="3445516"/>
                  <a:pt x="6018015" y="3463046"/>
                </a:cubicBezTo>
                <a:cubicBezTo>
                  <a:pt x="6067646" y="3486494"/>
                  <a:pt x="6121605" y="3488316"/>
                  <a:pt x="6168166" y="3521781"/>
                </a:cubicBezTo>
                <a:cubicBezTo>
                  <a:pt x="5997802" y="3527928"/>
                  <a:pt x="5847289" y="3422296"/>
                  <a:pt x="5682157" y="3381775"/>
                </a:cubicBezTo>
                <a:cubicBezTo>
                  <a:pt x="5687753" y="3408864"/>
                  <a:pt x="5701106" y="3414328"/>
                  <a:pt x="5713198" y="3418426"/>
                </a:cubicBezTo>
                <a:cubicBezTo>
                  <a:pt x="5774197" y="3438916"/>
                  <a:pt x="5827616" y="3479666"/>
                  <a:pt x="5883202" y="3514950"/>
                </a:cubicBezTo>
                <a:cubicBezTo>
                  <a:pt x="5906121" y="3529520"/>
                  <a:pt x="5922726" y="3544092"/>
                  <a:pt x="5931387" y="3575508"/>
                </a:cubicBezTo>
                <a:cubicBezTo>
                  <a:pt x="5939149" y="3603965"/>
                  <a:pt x="5954128" y="3617168"/>
                  <a:pt x="5981919" y="3608971"/>
                </a:cubicBezTo>
                <a:cubicBezTo>
                  <a:pt x="6004478" y="3602142"/>
                  <a:pt x="6029202" y="3605784"/>
                  <a:pt x="6052845" y="3608290"/>
                </a:cubicBezTo>
                <a:cubicBezTo>
                  <a:pt x="6080096" y="3611021"/>
                  <a:pt x="6110596" y="3643120"/>
                  <a:pt x="6103196" y="3659739"/>
                </a:cubicBezTo>
                <a:cubicBezTo>
                  <a:pt x="6090564" y="3687968"/>
                  <a:pt x="6069448" y="3673853"/>
                  <a:pt x="6050680" y="3670666"/>
                </a:cubicBezTo>
                <a:cubicBezTo>
                  <a:pt x="6029383" y="3666796"/>
                  <a:pt x="5989861" y="3658828"/>
                  <a:pt x="5989139" y="3662243"/>
                </a:cubicBezTo>
                <a:cubicBezTo>
                  <a:pt x="5975242" y="3733043"/>
                  <a:pt x="5877426" y="3671351"/>
                  <a:pt x="5856311" y="3664973"/>
                </a:cubicBezTo>
                <a:cubicBezTo>
                  <a:pt x="5829964" y="3657007"/>
                  <a:pt x="5805239" y="3671577"/>
                  <a:pt x="5780153" y="3674991"/>
                </a:cubicBezTo>
                <a:cubicBezTo>
                  <a:pt x="5757776" y="3678178"/>
                  <a:pt x="5631264" y="3687968"/>
                  <a:pt x="5605096" y="3657917"/>
                </a:cubicBezTo>
                <a:cubicBezTo>
                  <a:pt x="5601487" y="3681365"/>
                  <a:pt x="5609066" y="3690927"/>
                  <a:pt x="5615384" y="3701627"/>
                </a:cubicBezTo>
                <a:cubicBezTo>
                  <a:pt x="5624226" y="3716879"/>
                  <a:pt x="5625670" y="3727579"/>
                  <a:pt x="5608886" y="3739645"/>
                </a:cubicBezTo>
                <a:cubicBezTo>
                  <a:pt x="5561061" y="3774249"/>
                  <a:pt x="5561784" y="3775386"/>
                  <a:pt x="5606359" y="3822284"/>
                </a:cubicBezTo>
                <a:cubicBezTo>
                  <a:pt x="5608526" y="3824332"/>
                  <a:pt x="5607622" y="3831162"/>
                  <a:pt x="5607984" y="3835716"/>
                </a:cubicBezTo>
                <a:cubicBezTo>
                  <a:pt x="5596254" y="3843000"/>
                  <a:pt x="5582537" y="3824787"/>
                  <a:pt x="5568822" y="3844366"/>
                </a:cubicBezTo>
                <a:cubicBezTo>
                  <a:pt x="5628557" y="3930418"/>
                  <a:pt x="5719696" y="3951589"/>
                  <a:pt x="5802171" y="4016244"/>
                </a:cubicBezTo>
                <a:cubicBezTo>
                  <a:pt x="5735397" y="4037643"/>
                  <a:pt x="5695332" y="3962973"/>
                  <a:pt x="5646244" y="3972534"/>
                </a:cubicBezTo>
                <a:cubicBezTo>
                  <a:pt x="5621699" y="3995983"/>
                  <a:pt x="5694611" y="4033546"/>
                  <a:pt x="5625129" y="4044701"/>
                </a:cubicBezTo>
                <a:cubicBezTo>
                  <a:pt x="5655268" y="4065189"/>
                  <a:pt x="5677646" y="4085221"/>
                  <a:pt x="5698400" y="4108899"/>
                </a:cubicBezTo>
                <a:cubicBezTo>
                  <a:pt x="5735397" y="4151242"/>
                  <a:pt x="5742615" y="4179015"/>
                  <a:pt x="5725470" y="4235930"/>
                </a:cubicBezTo>
                <a:cubicBezTo>
                  <a:pt x="5714280" y="4273265"/>
                  <a:pt x="5697858" y="4307641"/>
                  <a:pt x="5712295" y="4352032"/>
                </a:cubicBezTo>
                <a:cubicBezTo>
                  <a:pt x="5722402" y="4382538"/>
                  <a:pt x="5718431" y="4402571"/>
                  <a:pt x="5680894" y="4388911"/>
                </a:cubicBezTo>
                <a:cubicBezTo>
                  <a:pt x="5640469" y="4374341"/>
                  <a:pt x="5625311" y="4401660"/>
                  <a:pt x="5635415" y="4455158"/>
                </a:cubicBezTo>
                <a:cubicBezTo>
                  <a:pt x="5641912" y="4489535"/>
                  <a:pt x="5635053" y="4500006"/>
                  <a:pt x="5607263" y="4496136"/>
                </a:cubicBezTo>
                <a:cubicBezTo>
                  <a:pt x="5576581" y="4491811"/>
                  <a:pt x="5547347" y="4469272"/>
                  <a:pt x="5509446" y="4480201"/>
                </a:cubicBezTo>
                <a:cubicBezTo>
                  <a:pt x="5539765" y="4542578"/>
                  <a:pt x="5604556" y="4524821"/>
                  <a:pt x="5639928" y="4584239"/>
                </a:cubicBezTo>
                <a:cubicBezTo>
                  <a:pt x="5597697" y="4584465"/>
                  <a:pt x="5565392" y="4584239"/>
                  <a:pt x="5534171" y="4571262"/>
                </a:cubicBezTo>
                <a:cubicBezTo>
                  <a:pt x="5521177" y="4566025"/>
                  <a:pt x="5506919" y="4560563"/>
                  <a:pt x="5499701" y="4578547"/>
                </a:cubicBezTo>
                <a:cubicBezTo>
                  <a:pt x="5491219" y="4600174"/>
                  <a:pt x="5508725" y="4608370"/>
                  <a:pt x="5519373" y="4612239"/>
                </a:cubicBezTo>
                <a:cubicBezTo>
                  <a:pt x="5549331" y="4623167"/>
                  <a:pt x="5572251" y="4649119"/>
                  <a:pt x="5596974" y="4669379"/>
                </a:cubicBezTo>
                <a:cubicBezTo>
                  <a:pt x="5651296" y="4713773"/>
                  <a:pt x="5710854" y="4750880"/>
                  <a:pt x="5756873" y="4824185"/>
                </a:cubicBezTo>
                <a:cubicBezTo>
                  <a:pt x="5698941" y="4805517"/>
                  <a:pt x="5655808" y="4762036"/>
                  <a:pt x="5602028" y="4753158"/>
                </a:cubicBezTo>
                <a:cubicBezTo>
                  <a:pt x="5648590" y="4819860"/>
                  <a:pt x="5708506" y="4863796"/>
                  <a:pt x="5765173" y="4912286"/>
                </a:cubicBezTo>
                <a:cubicBezTo>
                  <a:pt x="5781416" y="4925946"/>
                  <a:pt x="5797839" y="4935280"/>
                  <a:pt x="5801450" y="4965101"/>
                </a:cubicBezTo>
                <a:cubicBezTo>
                  <a:pt x="5808487" y="5022926"/>
                  <a:pt x="5829602" y="5070733"/>
                  <a:pt x="5874721" y="5096229"/>
                </a:cubicBezTo>
                <a:cubicBezTo>
                  <a:pt x="5875080" y="5096458"/>
                  <a:pt x="5872555" y="5105110"/>
                  <a:pt x="5871110" y="5111026"/>
                </a:cubicBezTo>
                <a:cubicBezTo>
                  <a:pt x="5843499" y="5112849"/>
                  <a:pt x="5821663" y="5078700"/>
                  <a:pt x="5786469" y="5089855"/>
                </a:cubicBezTo>
                <a:cubicBezTo>
                  <a:pt x="5820218" y="5136296"/>
                  <a:pt x="5848372" y="5177958"/>
                  <a:pt x="5896196" y="5200041"/>
                </a:cubicBezTo>
                <a:cubicBezTo>
                  <a:pt x="5934457" y="5217568"/>
                  <a:pt x="5981739" y="5227813"/>
                  <a:pt x="6009534" y="5284725"/>
                </a:cubicBezTo>
                <a:cubicBezTo>
                  <a:pt x="5977228" y="5295882"/>
                  <a:pt x="5953224" y="5281769"/>
                  <a:pt x="5929042" y="5271751"/>
                </a:cubicBezTo>
                <a:cubicBezTo>
                  <a:pt x="5892045" y="5256270"/>
                  <a:pt x="5855409" y="5238742"/>
                  <a:pt x="5818413" y="5223260"/>
                </a:cubicBezTo>
                <a:cubicBezTo>
                  <a:pt x="5804336" y="5217341"/>
                  <a:pt x="5788996" y="5213242"/>
                  <a:pt x="5779973" y="5241473"/>
                </a:cubicBezTo>
                <a:cubicBezTo>
                  <a:pt x="5827077" y="5247392"/>
                  <a:pt x="5855230" y="5285637"/>
                  <a:pt x="5884826" y="5321606"/>
                </a:cubicBezTo>
                <a:cubicBezTo>
                  <a:pt x="5901430" y="5341868"/>
                  <a:pt x="5914966" y="5368959"/>
                  <a:pt x="5944924" y="5358715"/>
                </a:cubicBezTo>
                <a:cubicBezTo>
                  <a:pt x="5960626" y="5353252"/>
                  <a:pt x="5970550" y="5368502"/>
                  <a:pt x="5968926" y="5387170"/>
                </a:cubicBezTo>
                <a:cubicBezTo>
                  <a:pt x="5962971" y="5452963"/>
                  <a:pt x="5999606" y="5475955"/>
                  <a:pt x="6037505" y="5488704"/>
                </a:cubicBezTo>
                <a:cubicBezTo>
                  <a:pt x="6109333" y="5512608"/>
                  <a:pt x="6169069" y="5568837"/>
                  <a:pt x="6238910" y="5599571"/>
                </a:cubicBezTo>
                <a:cubicBezTo>
                  <a:pt x="6306768" y="5629394"/>
                  <a:pt x="6359285" y="5700193"/>
                  <a:pt x="6427321" y="5737302"/>
                </a:cubicBezTo>
                <a:cubicBezTo>
                  <a:pt x="6476592" y="5764165"/>
                  <a:pt x="6523694" y="5798767"/>
                  <a:pt x="6574408" y="5823126"/>
                </a:cubicBezTo>
                <a:cubicBezTo>
                  <a:pt x="6694419" y="5880723"/>
                  <a:pt x="6816779" y="5926936"/>
                  <a:pt x="6946177" y="5933538"/>
                </a:cubicBezTo>
                <a:cubicBezTo>
                  <a:pt x="7053016" y="5938775"/>
                  <a:pt x="7979734" y="5933767"/>
                  <a:pt x="8356197" y="5184561"/>
                </a:cubicBezTo>
                <a:cubicBezTo>
                  <a:pt x="8363416" y="5180917"/>
                  <a:pt x="8371536" y="5171356"/>
                  <a:pt x="8374063" y="5162249"/>
                </a:cubicBezTo>
                <a:cubicBezTo>
                  <a:pt x="8386155" y="5119678"/>
                  <a:pt x="8415752" y="5101238"/>
                  <a:pt x="8442461" y="5078246"/>
                </a:cubicBezTo>
                <a:cubicBezTo>
                  <a:pt x="8465923" y="5057984"/>
                  <a:pt x="8490829" y="5036813"/>
                  <a:pt x="8500574" y="5002664"/>
                </a:cubicBezTo>
                <a:cubicBezTo>
                  <a:pt x="8513388" y="4957134"/>
                  <a:pt x="8476933" y="4994469"/>
                  <a:pt x="8470255" y="4977167"/>
                </a:cubicBezTo>
                <a:cubicBezTo>
                  <a:pt x="8484151" y="4953492"/>
                  <a:pt x="8505628" y="4931864"/>
                  <a:pt x="8511222" y="4905001"/>
                </a:cubicBezTo>
                <a:cubicBezTo>
                  <a:pt x="8531614" y="4808021"/>
                  <a:pt x="8575650" y="4737448"/>
                  <a:pt x="8641522" y="4682584"/>
                </a:cubicBezTo>
                <a:cubicBezTo>
                  <a:pt x="8660471" y="4666876"/>
                  <a:pt x="8672923" y="4638191"/>
                  <a:pt x="8698730" y="4633640"/>
                </a:cubicBezTo>
                <a:cubicBezTo>
                  <a:pt x="8756120" y="4623622"/>
                  <a:pt x="8738073" y="4545310"/>
                  <a:pt x="8768393" y="4510479"/>
                </a:cubicBezTo>
                <a:cubicBezTo>
                  <a:pt x="8774168" y="4503875"/>
                  <a:pt x="8779401" y="4490901"/>
                  <a:pt x="8778319" y="4482024"/>
                </a:cubicBezTo>
                <a:cubicBezTo>
                  <a:pt x="8776696" y="4469272"/>
                  <a:pt x="8769837" y="4457207"/>
                  <a:pt x="8764062" y="4445824"/>
                </a:cubicBezTo>
                <a:cubicBezTo>
                  <a:pt x="8758106" y="4434442"/>
                  <a:pt x="8749083" y="4424425"/>
                  <a:pt x="8753414" y="4409400"/>
                </a:cubicBezTo>
                <a:cubicBezTo>
                  <a:pt x="8755217" y="4403254"/>
                  <a:pt x="8753956" y="4381855"/>
                  <a:pt x="8767310" y="4398700"/>
                </a:cubicBezTo>
                <a:cubicBezTo>
                  <a:pt x="8803945" y="4444915"/>
                  <a:pt x="8825242" y="4401206"/>
                  <a:pt x="8856643" y="4380261"/>
                </a:cubicBezTo>
                <a:cubicBezTo>
                  <a:pt x="8831377" y="4358633"/>
                  <a:pt x="8808638" y="4343381"/>
                  <a:pt x="8804848" y="4311055"/>
                </a:cubicBezTo>
                <a:cubicBezTo>
                  <a:pt x="8797088" y="4244352"/>
                  <a:pt x="8763883" y="4213847"/>
                  <a:pt x="8713530" y="4207927"/>
                </a:cubicBezTo>
                <a:cubicBezTo>
                  <a:pt x="8732118" y="4143502"/>
                  <a:pt x="8732118" y="4143502"/>
                  <a:pt x="8672022" y="4134623"/>
                </a:cubicBezTo>
                <a:cubicBezTo>
                  <a:pt x="8695122" y="4093646"/>
                  <a:pt x="8695122" y="4083174"/>
                  <a:pt x="8667148" y="4069059"/>
                </a:cubicBezTo>
                <a:cubicBezTo>
                  <a:pt x="8640258" y="4055627"/>
                  <a:pt x="8610481" y="4051074"/>
                  <a:pt x="8585575" y="4030359"/>
                </a:cubicBezTo>
                <a:cubicBezTo>
                  <a:pt x="8608496" y="3977998"/>
                  <a:pt x="8614992" y="3917215"/>
                  <a:pt x="8662275" y="3891717"/>
                </a:cubicBezTo>
                <a:cubicBezTo>
                  <a:pt x="8669675" y="3887847"/>
                  <a:pt x="8674728" y="3872139"/>
                  <a:pt x="8670037" y="3863033"/>
                </a:cubicBezTo>
                <a:cubicBezTo>
                  <a:pt x="8652891" y="3830024"/>
                  <a:pt x="8677435" y="3767419"/>
                  <a:pt x="8624017" y="3760362"/>
                </a:cubicBezTo>
                <a:cubicBezTo>
                  <a:pt x="8617338" y="3759679"/>
                  <a:pt x="8611202" y="3752848"/>
                  <a:pt x="8616436" y="3743970"/>
                </a:cubicBezTo>
                <a:cubicBezTo>
                  <a:pt x="8634484" y="3713010"/>
                  <a:pt x="8612646" y="3715058"/>
                  <a:pt x="8599473" y="3711188"/>
                </a:cubicBezTo>
                <a:cubicBezTo>
                  <a:pt x="8583590" y="3706409"/>
                  <a:pt x="8565543" y="3720067"/>
                  <a:pt x="8550745" y="3703220"/>
                </a:cubicBezTo>
                <a:cubicBezTo>
                  <a:pt x="8554174" y="3685463"/>
                  <a:pt x="8566987" y="3685690"/>
                  <a:pt x="8576010" y="3680000"/>
                </a:cubicBezTo>
                <a:cubicBezTo>
                  <a:pt x="8602359" y="3663608"/>
                  <a:pt x="8623836" y="3644031"/>
                  <a:pt x="8625100" y="3601459"/>
                </a:cubicBezTo>
                <a:cubicBezTo>
                  <a:pt x="8626001" y="3567084"/>
                  <a:pt x="8628889" y="3536807"/>
                  <a:pt x="8592433" y="3526333"/>
                </a:cubicBezTo>
                <a:cubicBezTo>
                  <a:pt x="8577274" y="3522007"/>
                  <a:pt x="8581606" y="3497194"/>
                  <a:pt x="8590269" y="3484900"/>
                </a:cubicBezTo>
                <a:cubicBezTo>
                  <a:pt x="8605789" y="3463046"/>
                  <a:pt x="8618601" y="3433907"/>
                  <a:pt x="8645312" y="3431858"/>
                </a:cubicBezTo>
                <a:cubicBezTo>
                  <a:pt x="8661554" y="3430493"/>
                  <a:pt x="8674007" y="3421385"/>
                  <a:pt x="8686820" y="3410914"/>
                </a:cubicBezTo>
                <a:cubicBezTo>
                  <a:pt x="8696024" y="3403399"/>
                  <a:pt x="8707033" y="3397026"/>
                  <a:pt x="8705950" y="3380864"/>
                </a:cubicBezTo>
                <a:cubicBezTo>
                  <a:pt x="8704867" y="3365383"/>
                  <a:pt x="8694220" y="3359009"/>
                  <a:pt x="8683391" y="3355822"/>
                </a:cubicBezTo>
                <a:cubicBezTo>
                  <a:pt x="8647296" y="3345578"/>
                  <a:pt x="8613369" y="3330552"/>
                  <a:pt x="8583229" y="3296177"/>
                </a:cubicBezTo>
                <a:cubicBezTo>
                  <a:pt x="8603262" y="3277964"/>
                  <a:pt x="8622392" y="3264761"/>
                  <a:pt x="8637190" y="3246320"/>
                </a:cubicBezTo>
                <a:cubicBezTo>
                  <a:pt x="8672923" y="3201702"/>
                  <a:pt x="8370273" y="3061239"/>
                  <a:pt x="8355114" y="3011154"/>
                </a:cubicBezTo>
                <a:cubicBezTo>
                  <a:pt x="8350422" y="2995674"/>
                  <a:pt x="8334361" y="2979739"/>
                  <a:pt x="8321004" y="2975186"/>
                </a:cubicBezTo>
                <a:cubicBezTo>
                  <a:pt x="8258382" y="2953786"/>
                  <a:pt x="8204061" y="2905750"/>
                  <a:pt x="8139993" y="2887993"/>
                </a:cubicBezTo>
                <a:cubicBezTo>
                  <a:pt x="8079535" y="2871148"/>
                  <a:pt x="8019980" y="2848609"/>
                  <a:pt x="7953747" y="2826301"/>
                </a:cubicBezTo>
                <a:cubicBezTo>
                  <a:pt x="7994353" y="2770297"/>
                  <a:pt x="8066361" y="2776900"/>
                  <a:pt x="8083145" y="2696083"/>
                </a:cubicBezTo>
                <a:cubicBezTo>
                  <a:pt x="8017633" y="2675138"/>
                  <a:pt x="7948695" y="2699043"/>
                  <a:pt x="7885529" y="2665804"/>
                </a:cubicBezTo>
                <a:cubicBezTo>
                  <a:pt x="7880115" y="2662846"/>
                  <a:pt x="7872715" y="2665804"/>
                  <a:pt x="7866219" y="2666715"/>
                </a:cubicBezTo>
                <a:cubicBezTo>
                  <a:pt x="7736099" y="2684472"/>
                  <a:pt x="7606520" y="2668993"/>
                  <a:pt x="7478205" y="2646681"/>
                </a:cubicBezTo>
                <a:cubicBezTo>
                  <a:pt x="7293403" y="2614811"/>
                  <a:pt x="7107878" y="2594550"/>
                  <a:pt x="6921993" y="2580207"/>
                </a:cubicBezTo>
                <a:cubicBezTo>
                  <a:pt x="6768412" y="2568368"/>
                  <a:pt x="6614471" y="2563133"/>
                  <a:pt x="6461612" y="2540368"/>
                </a:cubicBezTo>
                <a:cubicBezTo>
                  <a:pt x="6298106" y="2516010"/>
                  <a:pt x="6134780" y="2488463"/>
                  <a:pt x="5971453" y="2462965"/>
                </a:cubicBezTo>
                <a:cubicBezTo>
                  <a:pt x="5964054" y="2461826"/>
                  <a:pt x="5955887" y="2458241"/>
                  <a:pt x="5947992" y="2457985"/>
                </a:cubicBezTo>
                <a:close/>
                <a:moveTo>
                  <a:pt x="0" y="0"/>
                </a:moveTo>
                <a:lnTo>
                  <a:pt x="8078332" y="0"/>
                </a:lnTo>
                <a:lnTo>
                  <a:pt x="8051806" y="19899"/>
                </a:lnTo>
                <a:cubicBezTo>
                  <a:pt x="8010559" y="45723"/>
                  <a:pt x="7966035" y="59669"/>
                  <a:pt x="7919411" y="69998"/>
                </a:cubicBezTo>
                <a:cubicBezTo>
                  <a:pt x="7900760" y="74283"/>
                  <a:pt x="7882423" y="82852"/>
                  <a:pt x="7880558" y="103665"/>
                </a:cubicBezTo>
                <a:cubicBezTo>
                  <a:pt x="7878694" y="125395"/>
                  <a:pt x="7897654" y="133963"/>
                  <a:pt x="7913505" y="144066"/>
                </a:cubicBezTo>
                <a:cubicBezTo>
                  <a:pt x="7935573" y="158143"/>
                  <a:pt x="7957019" y="170388"/>
                  <a:pt x="7984993" y="172224"/>
                </a:cubicBezTo>
                <a:cubicBezTo>
                  <a:pt x="8030996" y="174978"/>
                  <a:pt x="8053062" y="214154"/>
                  <a:pt x="8079793" y="243535"/>
                </a:cubicBezTo>
                <a:cubicBezTo>
                  <a:pt x="8094711" y="260064"/>
                  <a:pt x="8102173" y="293423"/>
                  <a:pt x="8076065" y="299239"/>
                </a:cubicBezTo>
                <a:cubicBezTo>
                  <a:pt x="8013279" y="313320"/>
                  <a:pt x="8018253" y="354025"/>
                  <a:pt x="8019804" y="400240"/>
                </a:cubicBezTo>
                <a:cubicBezTo>
                  <a:pt x="8021980" y="457476"/>
                  <a:pt x="8058970" y="483796"/>
                  <a:pt x="8104349" y="505833"/>
                </a:cubicBezTo>
                <a:cubicBezTo>
                  <a:pt x="8119890" y="513484"/>
                  <a:pt x="8141956" y="513178"/>
                  <a:pt x="8147864" y="537052"/>
                </a:cubicBezTo>
                <a:cubicBezTo>
                  <a:pt x="8122377" y="559700"/>
                  <a:pt x="8091295" y="541338"/>
                  <a:pt x="8063941" y="547764"/>
                </a:cubicBezTo>
                <a:cubicBezTo>
                  <a:pt x="8041252" y="552966"/>
                  <a:pt x="8003642" y="550213"/>
                  <a:pt x="8034725" y="591836"/>
                </a:cubicBezTo>
                <a:cubicBezTo>
                  <a:pt x="8043740" y="603773"/>
                  <a:pt x="8033171" y="612956"/>
                  <a:pt x="8021669" y="613874"/>
                </a:cubicBezTo>
                <a:cubicBezTo>
                  <a:pt x="7929668" y="623362"/>
                  <a:pt x="7971939" y="707531"/>
                  <a:pt x="7942410" y="751909"/>
                </a:cubicBezTo>
                <a:cubicBezTo>
                  <a:pt x="7934331" y="764151"/>
                  <a:pt x="7943034" y="785269"/>
                  <a:pt x="7955778" y="790472"/>
                </a:cubicBezTo>
                <a:cubicBezTo>
                  <a:pt x="8037212" y="824753"/>
                  <a:pt x="8048401" y="906472"/>
                  <a:pt x="8087876" y="976867"/>
                </a:cubicBezTo>
                <a:cubicBezTo>
                  <a:pt x="8044981" y="1004717"/>
                  <a:pt x="7993697" y="1010838"/>
                  <a:pt x="7947386" y="1028897"/>
                </a:cubicBezTo>
                <a:cubicBezTo>
                  <a:pt x="7899207" y="1047873"/>
                  <a:pt x="7899207" y="1061952"/>
                  <a:pt x="7938992" y="1117042"/>
                </a:cubicBezTo>
                <a:cubicBezTo>
                  <a:pt x="7835489" y="1128980"/>
                  <a:pt x="7835489" y="1128980"/>
                  <a:pt x="7867503" y="1215596"/>
                </a:cubicBezTo>
                <a:cubicBezTo>
                  <a:pt x="7780782" y="1223554"/>
                  <a:pt x="7723594" y="1264566"/>
                  <a:pt x="7710229" y="1354244"/>
                </a:cubicBezTo>
                <a:cubicBezTo>
                  <a:pt x="7703701" y="1397704"/>
                  <a:pt x="7664539" y="1418209"/>
                  <a:pt x="7621024" y="1447286"/>
                </a:cubicBezTo>
                <a:cubicBezTo>
                  <a:pt x="7675106" y="1475446"/>
                  <a:pt x="7711784" y="1534209"/>
                  <a:pt x="7774880" y="1472076"/>
                </a:cubicBezTo>
                <a:cubicBezTo>
                  <a:pt x="7797879" y="1449429"/>
                  <a:pt x="7795707" y="1478199"/>
                  <a:pt x="7798812" y="1486462"/>
                </a:cubicBezTo>
                <a:cubicBezTo>
                  <a:pt x="7806271" y="1506661"/>
                  <a:pt x="7790732" y="1520130"/>
                  <a:pt x="7780474" y="1535432"/>
                </a:cubicBezTo>
                <a:cubicBezTo>
                  <a:pt x="7770528" y="1550736"/>
                  <a:pt x="7758715" y="1566956"/>
                  <a:pt x="7755919" y="1584099"/>
                </a:cubicBezTo>
                <a:cubicBezTo>
                  <a:pt x="7754055" y="1596034"/>
                  <a:pt x="7763068" y="1613478"/>
                  <a:pt x="7773014" y="1622355"/>
                </a:cubicBezTo>
                <a:cubicBezTo>
                  <a:pt x="7825233" y="1669183"/>
                  <a:pt x="7794151" y="1774469"/>
                  <a:pt x="7892993" y="1787937"/>
                </a:cubicBezTo>
                <a:cubicBezTo>
                  <a:pt x="7937439" y="1794056"/>
                  <a:pt x="7958885" y="1832621"/>
                  <a:pt x="7991521" y="1853739"/>
                </a:cubicBezTo>
                <a:cubicBezTo>
                  <a:pt x="8104970" y="1927500"/>
                  <a:pt x="8180811" y="2022380"/>
                  <a:pt x="8215932" y="2152764"/>
                </a:cubicBezTo>
                <a:cubicBezTo>
                  <a:pt x="8225567" y="2188879"/>
                  <a:pt x="8262556" y="2217957"/>
                  <a:pt x="8286489" y="2249786"/>
                </a:cubicBezTo>
                <a:cubicBezTo>
                  <a:pt x="8274987" y="2273047"/>
                  <a:pt x="8212203" y="2222852"/>
                  <a:pt x="8234270" y="2284064"/>
                </a:cubicBezTo>
                <a:cubicBezTo>
                  <a:pt x="8251054" y="2329975"/>
                  <a:pt x="8293949" y="2358439"/>
                  <a:pt x="8334357" y="2385679"/>
                </a:cubicBezTo>
                <a:cubicBezTo>
                  <a:pt x="8380357" y="2416591"/>
                  <a:pt x="8431331" y="2441382"/>
                  <a:pt x="8452157" y="2498616"/>
                </a:cubicBezTo>
                <a:cubicBezTo>
                  <a:pt x="8456509" y="2510859"/>
                  <a:pt x="8470494" y="2523714"/>
                  <a:pt x="8482927" y="2528612"/>
                </a:cubicBezTo>
                <a:cubicBezTo>
                  <a:pt x="9131298" y="3535869"/>
                  <a:pt x="10727356" y="3542602"/>
                  <a:pt x="10911361" y="3535561"/>
                </a:cubicBezTo>
                <a:cubicBezTo>
                  <a:pt x="11134219" y="3526686"/>
                  <a:pt x="11344956" y="3464554"/>
                  <a:pt x="11551649" y="3387120"/>
                </a:cubicBezTo>
                <a:cubicBezTo>
                  <a:pt x="11638991" y="3354371"/>
                  <a:pt x="11720114" y="3307851"/>
                  <a:pt x="11804971" y="3271735"/>
                </a:cubicBezTo>
                <a:cubicBezTo>
                  <a:pt x="11922148" y="3221845"/>
                  <a:pt x="12012596" y="3126660"/>
                  <a:pt x="12129465" y="3086565"/>
                </a:cubicBezTo>
                <a:lnTo>
                  <a:pt x="12192000" y="3060706"/>
                </a:lnTo>
                <a:lnTo>
                  <a:pt x="12192000" y="3766004"/>
                </a:lnTo>
                <a:lnTo>
                  <a:pt x="12069511" y="3730912"/>
                </a:lnTo>
                <a:cubicBezTo>
                  <a:pt x="11963133" y="3704591"/>
                  <a:pt x="11854734" y="3686839"/>
                  <a:pt x="11743305" y="3682401"/>
                </a:cubicBezTo>
                <a:cubicBezTo>
                  <a:pt x="11731805" y="3681961"/>
                  <a:pt x="11714789" y="3681575"/>
                  <a:pt x="11692833" y="3681484"/>
                </a:cubicBezTo>
                <a:cubicBezTo>
                  <a:pt x="11363495" y="3680110"/>
                  <a:pt x="9922719" y="3745047"/>
                  <a:pt x="9314871" y="4689350"/>
                </a:cubicBezTo>
                <a:cubicBezTo>
                  <a:pt x="9302438" y="4694248"/>
                  <a:pt x="9288453" y="4707103"/>
                  <a:pt x="9284101" y="4719346"/>
                </a:cubicBezTo>
                <a:cubicBezTo>
                  <a:pt x="9263275" y="4776580"/>
                  <a:pt x="9212301" y="4801371"/>
                  <a:pt x="9166300" y="4832283"/>
                </a:cubicBezTo>
                <a:cubicBezTo>
                  <a:pt x="9125893" y="4859523"/>
                  <a:pt x="9082998" y="4887987"/>
                  <a:pt x="9066214" y="4933898"/>
                </a:cubicBezTo>
                <a:cubicBezTo>
                  <a:pt x="9044146" y="4995110"/>
                  <a:pt x="9106931" y="4944915"/>
                  <a:pt x="9118433" y="4968176"/>
                </a:cubicBezTo>
                <a:cubicBezTo>
                  <a:pt x="9094500" y="5000005"/>
                  <a:pt x="9057511" y="5029083"/>
                  <a:pt x="9047876" y="5065198"/>
                </a:cubicBezTo>
                <a:cubicBezTo>
                  <a:pt x="9012755" y="5195582"/>
                  <a:pt x="8936914" y="5290462"/>
                  <a:pt x="8823465" y="5364223"/>
                </a:cubicBezTo>
                <a:cubicBezTo>
                  <a:pt x="8790828" y="5385341"/>
                  <a:pt x="8769383" y="5423906"/>
                  <a:pt x="8724937" y="5430025"/>
                </a:cubicBezTo>
                <a:cubicBezTo>
                  <a:pt x="8626095" y="5443493"/>
                  <a:pt x="8657177" y="5548779"/>
                  <a:pt x="8604958" y="5595607"/>
                </a:cubicBezTo>
                <a:cubicBezTo>
                  <a:pt x="8595012" y="5604484"/>
                  <a:pt x="8585999" y="5621928"/>
                  <a:pt x="8587863" y="5633863"/>
                </a:cubicBezTo>
                <a:cubicBezTo>
                  <a:pt x="8590659" y="5651006"/>
                  <a:pt x="8602472" y="5667226"/>
                  <a:pt x="8612418" y="5682530"/>
                </a:cubicBezTo>
                <a:cubicBezTo>
                  <a:pt x="8622675" y="5697832"/>
                  <a:pt x="8638215" y="5711301"/>
                  <a:pt x="8630756" y="5731500"/>
                </a:cubicBezTo>
                <a:cubicBezTo>
                  <a:pt x="8627651" y="5739763"/>
                  <a:pt x="8629823" y="5768533"/>
                  <a:pt x="8606823" y="5745886"/>
                </a:cubicBezTo>
                <a:cubicBezTo>
                  <a:pt x="8543727" y="5683753"/>
                  <a:pt x="8507049" y="5742516"/>
                  <a:pt x="8452968" y="5770676"/>
                </a:cubicBezTo>
                <a:cubicBezTo>
                  <a:pt x="8496482" y="5799753"/>
                  <a:pt x="8535645" y="5820258"/>
                  <a:pt x="8542173" y="5863718"/>
                </a:cubicBezTo>
                <a:cubicBezTo>
                  <a:pt x="8555538" y="5953396"/>
                  <a:pt x="8612726" y="5994408"/>
                  <a:pt x="8699447" y="6002366"/>
                </a:cubicBezTo>
                <a:cubicBezTo>
                  <a:pt x="8667433" y="6088982"/>
                  <a:pt x="8667433" y="6088982"/>
                  <a:pt x="8770936" y="6100920"/>
                </a:cubicBezTo>
                <a:cubicBezTo>
                  <a:pt x="8731151" y="6156010"/>
                  <a:pt x="8731151" y="6170089"/>
                  <a:pt x="8779329" y="6189065"/>
                </a:cubicBezTo>
                <a:cubicBezTo>
                  <a:pt x="8825641" y="6207124"/>
                  <a:pt x="8876925" y="6213245"/>
                  <a:pt x="8919820" y="6241095"/>
                </a:cubicBezTo>
                <a:cubicBezTo>
                  <a:pt x="8880345" y="6311490"/>
                  <a:pt x="8869155" y="6393209"/>
                  <a:pt x="8787721" y="6427490"/>
                </a:cubicBezTo>
                <a:cubicBezTo>
                  <a:pt x="8774978" y="6432693"/>
                  <a:pt x="8766275" y="6453811"/>
                  <a:pt x="8774354" y="6466053"/>
                </a:cubicBezTo>
                <a:cubicBezTo>
                  <a:pt x="8803883" y="6510431"/>
                  <a:pt x="8761612" y="6594600"/>
                  <a:pt x="8853613" y="6604088"/>
                </a:cubicBezTo>
                <a:cubicBezTo>
                  <a:pt x="8865115" y="6605005"/>
                  <a:pt x="8875684" y="6614189"/>
                  <a:pt x="8866669" y="6626125"/>
                </a:cubicBezTo>
                <a:cubicBezTo>
                  <a:pt x="8835586" y="6667749"/>
                  <a:pt x="8873196" y="6664996"/>
                  <a:pt x="8895884" y="6670198"/>
                </a:cubicBezTo>
                <a:cubicBezTo>
                  <a:pt x="8923238" y="6676624"/>
                  <a:pt x="8954320" y="6658261"/>
                  <a:pt x="8979808" y="6680910"/>
                </a:cubicBezTo>
                <a:cubicBezTo>
                  <a:pt x="8973900" y="6704783"/>
                  <a:pt x="8951834" y="6704478"/>
                  <a:pt x="8936293" y="6712128"/>
                </a:cubicBezTo>
                <a:cubicBezTo>
                  <a:pt x="8890913" y="6734166"/>
                  <a:pt x="8853924" y="6760486"/>
                  <a:pt x="8851748" y="6817721"/>
                </a:cubicBezTo>
                <a:lnTo>
                  <a:pt x="88543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pPr defTabSz="457200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3D07C-0C96-2277-46BC-5ECDFBCA8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368" y="371719"/>
            <a:ext cx="6125964" cy="1906863"/>
          </a:xfrm>
        </p:spPr>
        <p:txBody>
          <a:bodyPr anchor="b">
            <a:normAutofit/>
          </a:bodyPr>
          <a:lstStyle/>
          <a:p>
            <a:r>
              <a:rPr lang="en-US"/>
              <a:t>Implementation – Tech Stack &amp; Implementation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B8736-5439-1F01-9C51-C090D3F1E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368" y="2711395"/>
            <a:ext cx="4114801" cy="3508430"/>
          </a:xfrm>
        </p:spPr>
        <p:txBody>
          <a:bodyPr>
            <a:normAutofit/>
          </a:bodyPr>
          <a:lstStyle/>
          <a:p>
            <a:r>
              <a:rPr lang="en-US" sz="2000" dirty="0"/>
              <a:t>Language: Python 3.11+</a:t>
            </a:r>
          </a:p>
          <a:p>
            <a:r>
              <a:rPr lang="en-US" sz="2000" dirty="0"/>
              <a:t>IDE: Visual Studio Code</a:t>
            </a:r>
          </a:p>
          <a:p>
            <a:r>
              <a:rPr lang="en-US" sz="2000" dirty="0"/>
              <a:t>Version Control: Git and GitHub</a:t>
            </a:r>
          </a:p>
          <a:p>
            <a:r>
              <a:rPr lang="en-US" sz="2000" dirty="0"/>
              <a:t>Environment Management: Python </a:t>
            </a:r>
            <a:r>
              <a:rPr lang="en-US" sz="2000" dirty="0" err="1"/>
              <a:t>venv</a:t>
            </a:r>
            <a:r>
              <a:rPr lang="en-US" sz="2000" dirty="0"/>
              <a:t> and </a:t>
            </a:r>
            <a:r>
              <a:rPr lang="en-US" sz="2000" dirty="0" err="1"/>
              <a:t>requirements.txt</a:t>
            </a:r>
            <a:endParaRPr lang="en-US" sz="2000" dirty="0"/>
          </a:p>
        </p:txBody>
      </p:sp>
      <p:pic>
        <p:nvPicPr>
          <p:cNvPr id="2064" name="Picture 16" descr="What is Python Coding? | Juni Learning">
            <a:extLst>
              <a:ext uri="{FF2B5EF4-FFF2-40B4-BE49-F238E27FC236}">
                <a16:creationId xmlns:a16="http://schemas.microsoft.com/office/drawing/2014/main" id="{EFF1D990-F3A4-FE7F-9878-C2F32AEAC52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12" t="18084" r="13943" b="17019"/>
          <a:stretch/>
        </p:blipFill>
        <p:spPr bwMode="auto">
          <a:xfrm>
            <a:off x="9063277" y="371719"/>
            <a:ext cx="2577604" cy="2419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6" name="Picture 18" descr="How to use VS Code on FreeBSD | FreeBSD Foundation">
            <a:extLst>
              <a:ext uri="{FF2B5EF4-FFF2-40B4-BE49-F238E27FC236}">
                <a16:creationId xmlns:a16="http://schemas.microsoft.com/office/drawing/2014/main" id="{8789AA58-FA53-1089-D8EE-E2F14FF3D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410002" y="3408283"/>
            <a:ext cx="1743398" cy="1743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AA443E69-0EBE-6B20-EF6E-689572ED0A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787199" y="4585648"/>
            <a:ext cx="1770701" cy="1770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987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AA61BA-42FE-BCED-317B-2DE49C7A3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7" name="Rectangle 2066">
            <a:extLst>
              <a:ext uri="{FF2B5EF4-FFF2-40B4-BE49-F238E27FC236}">
                <a16:creationId xmlns:a16="http://schemas.microsoft.com/office/drawing/2014/main" id="{891401DC-7AF6-42FA-BE31-CF773B6C8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80"/>
            <a:ext cx="12188952" cy="685800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4" name="Picture 6" descr="Matplotlib">
            <a:extLst>
              <a:ext uri="{FF2B5EF4-FFF2-40B4-BE49-F238E27FC236}">
                <a16:creationId xmlns:a16="http://schemas.microsoft.com/office/drawing/2014/main" id="{E326C31F-F7F7-ECB5-738D-160A5779B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237684" y="346167"/>
            <a:ext cx="1588946" cy="1588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Plotly - Wikipedia">
            <a:extLst>
              <a:ext uri="{FF2B5EF4-FFF2-40B4-BE49-F238E27FC236}">
                <a16:creationId xmlns:a16="http://schemas.microsoft.com/office/drawing/2014/main" id="{0058384E-D5D5-2D46-A206-89CBFB08E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4208" y="579654"/>
            <a:ext cx="3251032" cy="1080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NetworkX - Product vision - DESOSA">
            <a:extLst>
              <a:ext uri="{FF2B5EF4-FFF2-40B4-BE49-F238E27FC236}">
                <a16:creationId xmlns:a16="http://schemas.microsoft.com/office/drawing/2014/main" id="{F469C531-3407-5A74-281E-4C64C0A65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340636" y="726784"/>
            <a:ext cx="3520438" cy="786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Seaborn for Data Visualization ...">
            <a:extLst>
              <a:ext uri="{FF2B5EF4-FFF2-40B4-BE49-F238E27FC236}">
                <a16:creationId xmlns:a16="http://schemas.microsoft.com/office/drawing/2014/main" id="{BEAA91ED-E971-C58D-DA97-A6060A574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43222" y="2639045"/>
            <a:ext cx="3177868" cy="158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pandas (software) - Wikipedia">
            <a:extLst>
              <a:ext uri="{FF2B5EF4-FFF2-40B4-BE49-F238E27FC236}">
                <a16:creationId xmlns:a16="http://schemas.microsoft.com/office/drawing/2014/main" id="{7911B933-14C2-CA13-A946-AEB180428D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17689" y="5068650"/>
            <a:ext cx="3225770" cy="1306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9" name="Rectangle 2068">
            <a:extLst>
              <a:ext uri="{FF2B5EF4-FFF2-40B4-BE49-F238E27FC236}">
                <a16:creationId xmlns:a16="http://schemas.microsoft.com/office/drawing/2014/main" id="{2B7203F0-D9CB-4774-B9D4-B3AB625DF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7495" y="2300641"/>
            <a:ext cx="8124506" cy="455736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7F328-2C71-B032-38B3-BE5670644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1973" y="2892583"/>
            <a:ext cx="6868620" cy="101689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Implementation – Libraries Used</a:t>
            </a:r>
          </a:p>
        </p:txBody>
      </p:sp>
      <p:cxnSp>
        <p:nvCxnSpPr>
          <p:cNvPr id="2071" name="Straight Connector 2070">
            <a:extLst>
              <a:ext uri="{FF2B5EF4-FFF2-40B4-BE49-F238E27FC236}">
                <a16:creationId xmlns:a16="http://schemas.microsoft.com/office/drawing/2014/main" id="{A88CB8AF-5631-45C6-BFEC-971C4D6E58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2285774"/>
            <a:ext cx="12188952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3" name="Straight Connector 2072">
            <a:extLst>
              <a:ext uri="{FF2B5EF4-FFF2-40B4-BE49-F238E27FC236}">
                <a16:creationId xmlns:a16="http://schemas.microsoft.com/office/drawing/2014/main" id="{9F2EA1AF-73AB-4FCB-B4EE-0E42E7250F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4571548"/>
            <a:ext cx="4064320" cy="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Straight Connector 2074">
            <a:extLst>
              <a:ext uri="{FF2B5EF4-FFF2-40B4-BE49-F238E27FC236}">
                <a16:creationId xmlns:a16="http://schemas.microsoft.com/office/drawing/2014/main" id="{65A18FBF-6157-4210-BEF2-9A6C31FA8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4319" y="-680"/>
            <a:ext cx="0" cy="6858003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Straight Connector 2076">
            <a:extLst>
              <a:ext uri="{FF2B5EF4-FFF2-40B4-BE49-F238E27FC236}">
                <a16:creationId xmlns:a16="http://schemas.microsoft.com/office/drawing/2014/main" id="{43C9CCA8-3CEC-4CD0-A624-A701C61251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20742" y="-680"/>
            <a:ext cx="0" cy="2240280"/>
          </a:xfrm>
          <a:prstGeom prst="line">
            <a:avLst/>
          </a:prstGeom>
          <a:ln w="101600">
            <a:solidFill>
              <a:srgbClr val="40404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B0C9B93-340E-29B8-D1BA-DB816BF6E57B}"/>
              </a:ext>
            </a:extLst>
          </p:cNvPr>
          <p:cNvSpPr txBox="1">
            <a:spLocks/>
          </p:cNvSpPr>
          <p:nvPr/>
        </p:nvSpPr>
        <p:spPr>
          <a:xfrm>
            <a:off x="4485180" y="4101152"/>
            <a:ext cx="6868620" cy="20758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700" dirty="0">
                <a:solidFill>
                  <a:srgbClr val="FFFFFF"/>
                </a:solidFill>
              </a:rPr>
              <a:t>Pandas – data cleaning, transformation, time-series binning</a:t>
            </a:r>
          </a:p>
          <a:p>
            <a:r>
              <a:rPr lang="en-US" sz="1700" dirty="0">
                <a:solidFill>
                  <a:srgbClr val="FFFFFF"/>
                </a:solidFill>
              </a:rPr>
              <a:t>Matplotlib &amp; Seaborn – static visualizations (histograms, trends)</a:t>
            </a:r>
          </a:p>
          <a:p>
            <a:r>
              <a:rPr lang="en-US" sz="1700" dirty="0" err="1">
                <a:solidFill>
                  <a:srgbClr val="FFFFFF"/>
                </a:solidFill>
              </a:rPr>
              <a:t>Plotly</a:t>
            </a:r>
            <a:r>
              <a:rPr lang="en-US" sz="1700" dirty="0">
                <a:solidFill>
                  <a:srgbClr val="FFFFFF"/>
                </a:solidFill>
              </a:rPr>
              <a:t> – interactive graphs (network graph)</a:t>
            </a:r>
          </a:p>
          <a:p>
            <a:r>
              <a:rPr lang="en-US" sz="1700" dirty="0" err="1">
                <a:solidFill>
                  <a:srgbClr val="FFFFFF"/>
                </a:solidFill>
              </a:rPr>
              <a:t>NetworkX</a:t>
            </a:r>
            <a:r>
              <a:rPr lang="en-US" sz="1700" dirty="0">
                <a:solidFill>
                  <a:srgbClr val="FFFFFF"/>
                </a:solidFill>
              </a:rPr>
              <a:t> – contributor graph construction and metrics</a:t>
            </a:r>
          </a:p>
        </p:txBody>
      </p:sp>
    </p:spTree>
    <p:extLst>
      <p:ext uri="{BB962C8B-B14F-4D97-AF65-F5344CB8AC3E}">
        <p14:creationId xmlns:p14="http://schemas.microsoft.com/office/powerpoint/2010/main" val="15355133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7412C-9F3F-2281-4F4A-2A1616837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041B7F-7D72-B48F-148A-3467A9248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Implementation – Repository Structure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3117FA3-F067-219D-EE1B-4C24EFE2BF3E}"/>
              </a:ext>
            </a:extLst>
          </p:cNvPr>
          <p:cNvSpPr txBox="1">
            <a:spLocks/>
          </p:cNvSpPr>
          <p:nvPr/>
        </p:nvSpPr>
        <p:spPr>
          <a:xfrm>
            <a:off x="6503158" y="649480"/>
            <a:ext cx="4862447" cy="5546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/>
              <a:t>data_loader.py – loads &amp; preprocesses JSON data</a:t>
            </a:r>
          </a:p>
          <a:p>
            <a:r>
              <a:rPr lang="en-US" sz="2000"/>
              <a:t>analysis_1.py – Time-based issue creation analysis</a:t>
            </a:r>
          </a:p>
          <a:p>
            <a:r>
              <a:rPr lang="en-US" sz="2000"/>
              <a:t>analysis_2.py – Contributor network graph generation</a:t>
            </a:r>
          </a:p>
          <a:p>
            <a:r>
              <a:rPr lang="en-US" sz="2000"/>
              <a:t>analysis_3.py – Issue resolution time computation</a:t>
            </a:r>
          </a:p>
          <a:p>
            <a:r>
              <a:rPr lang="en-US" sz="2000"/>
              <a:t>config.py – Centralized config variables (paths, repo info)</a:t>
            </a:r>
          </a:p>
          <a:p>
            <a:r>
              <a:rPr lang="en-US" sz="2000"/>
              <a:t>run.py – Unified script to execute all analyses</a:t>
            </a:r>
          </a:p>
          <a:p>
            <a:r>
              <a:rPr lang="en-US" sz="2000"/>
              <a:t>requirements.txt – Dependency management</a:t>
            </a:r>
          </a:p>
          <a:p>
            <a:r>
              <a:rPr lang="en-US" sz="2000"/>
              <a:t>design/ - Class &amp; entity diagrams</a:t>
            </a:r>
          </a:p>
          <a:p>
            <a:r>
              <a:rPr lang="en-US" sz="2000"/>
              <a:t>README.md - Documentation</a:t>
            </a:r>
          </a:p>
        </p:txBody>
      </p:sp>
    </p:spTree>
    <p:extLst>
      <p:ext uri="{BB962C8B-B14F-4D97-AF65-F5344CB8AC3E}">
        <p14:creationId xmlns:p14="http://schemas.microsoft.com/office/powerpoint/2010/main" val="4076075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427E7-4C8A-C452-39C7-E9C88B5A8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5D3CD0-A9CD-89F2-63AC-F56EB2EC4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Implementation – Modularity &amp; Workflow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E3B28565-0A70-1C25-96E1-D6E78A608D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200221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95996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B2610-91EA-1CED-5D4F-195824179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1 – Issue Creation Over Time</a:t>
            </a:r>
          </a:p>
        </p:txBody>
      </p:sp>
      <p:pic>
        <p:nvPicPr>
          <p:cNvPr id="5" name="Content Placeholder 4" descr="A graph with blue lines&#10;&#10;AI-generated content may be incorrect.">
            <a:extLst>
              <a:ext uri="{FF2B5EF4-FFF2-40B4-BE49-F238E27FC236}">
                <a16:creationId xmlns:a16="http://schemas.microsoft.com/office/drawing/2014/main" id="{C700351A-0F8D-634D-6849-BADB3B474A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870" y="1334287"/>
            <a:ext cx="8960625" cy="5267076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77331A9-0064-A039-3934-2A607320678D}"/>
              </a:ext>
            </a:extLst>
          </p:cNvPr>
          <p:cNvSpPr txBox="1"/>
          <p:nvPr/>
        </p:nvSpPr>
        <p:spPr>
          <a:xfrm>
            <a:off x="8529865" y="2060014"/>
            <a:ext cx="34845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Full Dataset</a:t>
            </a:r>
          </a:p>
          <a:p>
            <a:pPr marL="285750" indent="-285750">
              <a:buFontTx/>
              <a:buChar char="-"/>
            </a:pPr>
            <a:r>
              <a:rPr lang="en-US" dirty="0"/>
              <a:t>Dataset is binned by month</a:t>
            </a:r>
          </a:p>
          <a:p>
            <a:pPr marL="285750" indent="-285750">
              <a:buFontTx/>
              <a:buChar char="-"/>
            </a:pPr>
            <a:r>
              <a:rPr lang="en-US" dirty="0"/>
              <a:t>Spikes in issue creation after release suggests reactive community that is catching bugs not found in pre-release testing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77D836-1D6A-09B9-6E62-2308EAEDD6B4}"/>
              </a:ext>
            </a:extLst>
          </p:cNvPr>
          <p:cNvSpPr txBox="1"/>
          <p:nvPr/>
        </p:nvSpPr>
        <p:spPr>
          <a:xfrm>
            <a:off x="6157992" y="2060014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Release of v 1.2.0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47A1A-501D-C21F-1E34-E88E4FE2907B}"/>
              </a:ext>
            </a:extLst>
          </p:cNvPr>
          <p:cNvSpPr txBox="1"/>
          <p:nvPr/>
        </p:nvSpPr>
        <p:spPr>
          <a:xfrm>
            <a:off x="2421925" y="2060014"/>
            <a:ext cx="154401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Release of v 1.1.0</a:t>
            </a:r>
          </a:p>
        </p:txBody>
      </p:sp>
    </p:spTree>
    <p:extLst>
      <p:ext uri="{BB962C8B-B14F-4D97-AF65-F5344CB8AC3E}">
        <p14:creationId xmlns:p14="http://schemas.microsoft.com/office/powerpoint/2010/main" val="387533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ED8FDA-5B3B-5EB9-8968-32133F84E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 2 – Contributor Network Graph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F7E9BCE-098C-5A29-659E-F0C8A2ED58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5807" y="475233"/>
            <a:ext cx="7225748" cy="45160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0533DD-CAE3-09BC-D0F4-4C5AB9B5EFE5}"/>
              </a:ext>
            </a:extLst>
          </p:cNvPr>
          <p:cNvSpPr txBox="1"/>
          <p:nvPr/>
        </p:nvSpPr>
        <p:spPr>
          <a:xfrm>
            <a:off x="5039139" y="5324498"/>
            <a:ext cx="61523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Nodes: Users	</a:t>
            </a:r>
          </a:p>
          <a:p>
            <a:pPr marL="285750" indent="-285750">
              <a:buFontTx/>
              <a:buChar char="-"/>
            </a:pPr>
            <a:r>
              <a:rPr lang="en-US" dirty="0"/>
              <a:t>Edge Weights: Number of interactions</a:t>
            </a:r>
          </a:p>
          <a:p>
            <a:pPr marL="285750" indent="-285750">
              <a:buFontTx/>
              <a:buChar char="-"/>
            </a:pPr>
            <a:r>
              <a:rPr lang="en-US" dirty="0"/>
              <a:t>Useful for visualization of contributor interactions.</a:t>
            </a:r>
          </a:p>
          <a:p>
            <a:pPr marL="285750" indent="-285750">
              <a:buFontTx/>
              <a:buChar char="-"/>
            </a:pPr>
            <a:r>
              <a:rPr lang="en-US" dirty="0"/>
              <a:t>Dense core contributors with many transient contributors</a:t>
            </a:r>
          </a:p>
        </p:txBody>
      </p:sp>
    </p:spTree>
    <p:extLst>
      <p:ext uri="{BB962C8B-B14F-4D97-AF65-F5344CB8AC3E}">
        <p14:creationId xmlns:p14="http://schemas.microsoft.com/office/powerpoint/2010/main" val="3693724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315615-69D8-AE91-2610-C363E62537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 3 – Issue Resolve Time</a:t>
            </a:r>
          </a:p>
        </p:txBody>
      </p:sp>
      <p:pic>
        <p:nvPicPr>
          <p:cNvPr id="5" name="Picture 4" descr="A graph with a number of points&#10;&#10;AI-generated content may be incorrect.">
            <a:extLst>
              <a:ext uri="{FF2B5EF4-FFF2-40B4-BE49-F238E27FC236}">
                <a16:creationId xmlns:a16="http://schemas.microsoft.com/office/drawing/2014/main" id="{BA6812B2-2054-F099-F1A3-93D647D416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2428" y="1261276"/>
            <a:ext cx="7225748" cy="433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538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1AFDA7-B5B6-9932-9215-74AF98A33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 3 – Issue Resolve Time</a:t>
            </a:r>
          </a:p>
        </p:txBody>
      </p:sp>
      <p:pic>
        <p:nvPicPr>
          <p:cNvPr id="5" name="Content Placeholder 4" descr="A chart with different colored bars&#10;&#10;AI-generated content may be incorrect.">
            <a:extLst>
              <a:ext uri="{FF2B5EF4-FFF2-40B4-BE49-F238E27FC236}">
                <a16:creationId xmlns:a16="http://schemas.microsoft.com/office/drawing/2014/main" id="{918C0B70-3C5A-A604-CA89-A27B0F51BB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622564"/>
            <a:ext cx="7225748" cy="361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0225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A16CD1-03D3-1F84-746B-228D67AF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Analysis 3 – Issue Resolve Time</a:t>
            </a:r>
          </a:p>
        </p:txBody>
      </p:sp>
      <p:pic>
        <p:nvPicPr>
          <p:cNvPr id="5" name="Content Placeholder 4" descr="A graph with blue dots and red line&#10;&#10;AI-generated content may be incorrect.">
            <a:extLst>
              <a:ext uri="{FF2B5EF4-FFF2-40B4-BE49-F238E27FC236}">
                <a16:creationId xmlns:a16="http://schemas.microsoft.com/office/drawing/2014/main" id="{90E499F9-5EBA-7E99-D72F-980A766919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270308"/>
            <a:ext cx="7225748" cy="4317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68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5157EA-5D10-970F-0CE8-1504C620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Testing –  From Group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ACB03-81A4-4AFD-6BC4-AB487E088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Name                       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Stmts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  Miss  Cover   Missing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analysis_1.py                 38      1    97%   84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analysis_2.py                 63      1    98%   54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analysis_3.py                 86      7    92%   125, 179-182, 188-189</a:t>
            </a:r>
          </a:p>
          <a:p>
            <a:pPr marL="0" indent="0">
              <a:buNone/>
            </a:pP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config.py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68     14    79%   79, 87, 111-123</a:t>
            </a:r>
          </a:p>
          <a:p>
            <a:pPr marL="0" indent="0">
              <a:buNone/>
            </a:pP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data_loader.py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22      1    95%   49</a:t>
            </a:r>
          </a:p>
          <a:p>
            <a:pPr marL="0" indent="0">
              <a:buNone/>
            </a:pP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example_analysis.py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          28      1    96%   64</a:t>
            </a:r>
          </a:p>
          <a:p>
            <a:pPr marL="0" indent="0">
              <a:buNone/>
            </a:pP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model.py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     63      0   100%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test_analysis_1.py            26      1    96%   39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test_analysis_2.py            43      1    98%   72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test_analysis_3.py           124      1    99%   321</a:t>
            </a:r>
          </a:p>
          <a:p>
            <a:pPr marL="0" indent="0">
              <a:buNone/>
            </a:pP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test_config.py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71      1    99%   89</a:t>
            </a:r>
          </a:p>
          <a:p>
            <a:pPr marL="0" indent="0">
              <a:buNone/>
            </a:pP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test_data_loader.py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          62      1    98%   95</a:t>
            </a:r>
          </a:p>
          <a:p>
            <a:pPr marL="0" indent="0">
              <a:buNone/>
            </a:pP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test_example_analysis.py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     38      1    97%   66</a:t>
            </a:r>
          </a:p>
          <a:p>
            <a:pPr marL="0" indent="0">
              <a:buNone/>
            </a:pP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test_model.py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                65      1    98%   118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TOTAL                        797     32    96%</a:t>
            </a:r>
          </a:p>
        </p:txBody>
      </p:sp>
    </p:spTree>
    <p:extLst>
      <p:ext uri="{BB962C8B-B14F-4D97-AF65-F5344CB8AC3E}">
        <p14:creationId xmlns:p14="http://schemas.microsoft.com/office/powerpoint/2010/main" val="4136157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E4721-E5B8-4661-78AB-CAACA64A5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Ran 48 tests in 1.767s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FAILED (failures=7)</a:t>
            </a:r>
          </a:p>
          <a:p>
            <a:pPr marL="0" indent="0">
              <a:buNone/>
            </a:pPr>
            <a:endParaRPr lang="en-US" sz="1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endParaRPr lang="en-US" sz="1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======================================================================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FAIL: 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test_issue_handles_missing_state_field_gracefully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test_model.TestIssue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----------------------------------------------------------------------</a:t>
            </a:r>
          </a:p>
          <a:p>
            <a:pPr marL="0" indent="0">
              <a:buNone/>
            </a:pPr>
            <a:endParaRPr lang="en-US" sz="1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======================================================================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FAIL: 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test_run_handles_none_issues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test_example_analysis.TestExampleAnalysis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----------------------------------------------------------------------</a:t>
            </a:r>
          </a:p>
          <a:p>
            <a:pPr marL="0" indent="0">
              <a:buNone/>
            </a:pPr>
            <a:endParaRPr lang="en-US" sz="1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======================================================================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FAIL: 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test_data_loader_handles_missing_file_gracefully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test_data_loader.TestDataLoader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----------------------------------------------------------------------</a:t>
            </a:r>
          </a:p>
          <a:p>
            <a:pPr marL="0" indent="0">
              <a:buNone/>
            </a:pPr>
            <a:endParaRPr lang="en-US" sz="13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======================================================================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FAIL: 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test_init_config_handles_invalid_json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1300" dirty="0" err="1">
                <a:latin typeface="Consolas" panose="020B0609020204030204" pitchFamily="49" charset="0"/>
                <a:cs typeface="Consolas" panose="020B0609020204030204" pitchFamily="49" charset="0"/>
              </a:rPr>
              <a:t>test_config.TestConfig</a:t>
            </a: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sz="1300" dirty="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----------------------------------------------------------------------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AD1EC839-A678-DA9C-F878-22D8D8C31E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Testing –  From Group 2</a:t>
            </a:r>
          </a:p>
        </p:txBody>
      </p:sp>
    </p:spTree>
    <p:extLst>
      <p:ext uri="{BB962C8B-B14F-4D97-AF65-F5344CB8AC3E}">
        <p14:creationId xmlns:p14="http://schemas.microsoft.com/office/powerpoint/2010/main" val="30256952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094A47-BD38-A9C8-DDA9-BF9E53B5C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Testing – </a:t>
            </a:r>
            <a:br>
              <a:rPr lang="en-US" sz="4000" dirty="0">
                <a:solidFill>
                  <a:srgbClr val="FFFFFF"/>
                </a:solidFill>
              </a:rPr>
            </a:br>
            <a:r>
              <a:rPr lang="en-US" sz="4000" dirty="0">
                <a:solidFill>
                  <a:srgbClr val="FFFFFF"/>
                </a:solidFill>
              </a:rPr>
              <a:t>On Group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78259-A858-C1F8-7338-87E945C45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Name                        Stmts   Miss  Cover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config.py                      85      4    95%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data_loader.py                 22      1    95%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duplicates_finder.py           40      4    90%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example_analysis.py            30      3    90%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label_comparison.py           103      2    98%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model.py                       63      6    90%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origin_comparison.py           83      2    98%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report_time_comparison.py      85      2    98%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run.py                         26      2    92%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tests/test_config.py          132      3    98%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tests/test_run.py              63      1    98%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-----------------------------------------------</a:t>
            </a:r>
          </a:p>
          <a:p>
            <a:pPr marL="0" indent="0">
              <a:buNone/>
            </a:pPr>
            <a:r>
              <a:rPr lang="en-US" sz="1700">
                <a:latin typeface="Consolas" panose="020B0609020204030204" pitchFamily="49" charset="0"/>
                <a:cs typeface="Consolas" panose="020B0609020204030204" pitchFamily="49" charset="0"/>
              </a:rPr>
              <a:t>TOTAL                         732     30    96%</a:t>
            </a:r>
          </a:p>
        </p:txBody>
      </p:sp>
    </p:spTree>
    <p:extLst>
      <p:ext uri="{BB962C8B-B14F-4D97-AF65-F5344CB8AC3E}">
        <p14:creationId xmlns:p14="http://schemas.microsoft.com/office/powerpoint/2010/main" val="21608559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CE0AB9-C9D9-9637-496A-EA5EA3F334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41416" y="2620812"/>
            <a:ext cx="3943284" cy="16452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b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Live Demo</a:t>
            </a:r>
          </a:p>
        </p:txBody>
      </p:sp>
      <p:pic>
        <p:nvPicPr>
          <p:cNvPr id="7" name="Graphic 6" descr="Monitor">
            <a:extLst>
              <a:ext uri="{FF2B5EF4-FFF2-40B4-BE49-F238E27FC236}">
                <a16:creationId xmlns:a16="http://schemas.microsoft.com/office/drawing/2014/main" id="{8C66369A-69BE-2E72-DAC2-B50E1445DF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151122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C96C43-543D-8C68-9A95-3CED1821C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2743200"/>
            <a:ext cx="3646409" cy="12544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561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34F5AD2-EDBD-4BBD-A55C-EAFFD0C70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0383" y="0"/>
            <a:ext cx="8451607" cy="68580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896A03-3945-419A-B66B-4EE266EDD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0"/>
            <a:ext cx="3745177" cy="68580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C2659-61E6-12AB-57ED-FB9D101D0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2"/>
            <a:ext cx="2190782" cy="5576770"/>
          </a:xfrm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Appendix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8EAE243-3A9F-4A46-B0D9-04C723A8A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733" y="643465"/>
            <a:ext cx="457200" cy="45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8789E-F765-721D-3689-B54CE1E4C4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732" y="850052"/>
            <a:ext cx="6390623" cy="532691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Repository:</a:t>
            </a:r>
          </a:p>
          <a:p>
            <a:pPr marL="0" indent="0">
              <a:buNone/>
            </a:pPr>
            <a:r>
              <a:rPr lang="en-US" sz="2400" dirty="0">
                <a:hlinkClick r:id="rId2"/>
              </a:rPr>
              <a:t>https://github.com/timsweeney7/enpm611-project-app</a:t>
            </a: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261642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542</TotalTime>
  <Words>1038</Words>
  <Application>Microsoft Macintosh PowerPoint</Application>
  <PresentationFormat>Widescreen</PresentationFormat>
  <Paragraphs>150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Consolas</vt:lpstr>
      <vt:lpstr>Office Theme</vt:lpstr>
      <vt:lpstr>ENPM611 Class Project Spring 2025</vt:lpstr>
      <vt:lpstr>Background</vt:lpstr>
      <vt:lpstr>Requirements – Functional Requirements</vt:lpstr>
      <vt:lpstr>Requirements – Non-Functional Requirements</vt:lpstr>
      <vt:lpstr>Design</vt:lpstr>
      <vt:lpstr>Design</vt:lpstr>
      <vt:lpstr>Design – 3 Analyses</vt:lpstr>
      <vt:lpstr>Design – 3 Analyses Flow</vt:lpstr>
      <vt:lpstr>Implementation – Tech Stack &amp; Implementation</vt:lpstr>
      <vt:lpstr>Implementation – Libraries Used</vt:lpstr>
      <vt:lpstr>Implementation – Repository Structure</vt:lpstr>
      <vt:lpstr>Implementation – Modularity &amp; Workflow</vt:lpstr>
      <vt:lpstr>Analysis 1 – Issue Creation Over Time</vt:lpstr>
      <vt:lpstr>Analysis 2 – Contributor Network Graph</vt:lpstr>
      <vt:lpstr>Analysis 3 – Issue Resolve Time</vt:lpstr>
      <vt:lpstr>Analysis 3 – Issue Resolve Time</vt:lpstr>
      <vt:lpstr>Analysis 3 – Issue Resolve Time</vt:lpstr>
      <vt:lpstr>Testing –  From Group 2</vt:lpstr>
      <vt:lpstr>Testing –  From Group 2</vt:lpstr>
      <vt:lpstr>Testing –  On Group 1</vt:lpstr>
      <vt:lpstr> Live Demo</vt:lpstr>
      <vt:lpstr>Thank you!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Timothy Sweeney</dc:creator>
  <cp:lastModifiedBy>Timothy Sweeney</cp:lastModifiedBy>
  <cp:revision>13</cp:revision>
  <dcterms:created xsi:type="dcterms:W3CDTF">2025-05-04T13:18:52Z</dcterms:created>
  <dcterms:modified xsi:type="dcterms:W3CDTF">2025-05-11T02:22:34Z</dcterms:modified>
</cp:coreProperties>
</file>